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a1ff27d14449a" /><Relationship Type="http://schemas.openxmlformats.org/officeDocument/2006/relationships/extended-properties" Target="/docProps/app.xml" Id="Rc19055730ba34991" /><Relationship Type="http://schemas.openxmlformats.org/officeDocument/2006/relationships/officeDocument" Target="/ppt/presentation.xml" Id="R1b9fdb7d38aa4e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81467de1d41ad"/>
  </p:sldMasterIdLst>
  <p:notesMasterIdLst>
    <p:notesMasterId xmlns:r="http://schemas.openxmlformats.org/officeDocument/2006/relationships" r:id="R0900564813c84992"/>
  </p:notesMasterIdLst>
  <p:sldIdLst>
    <p:sldId xmlns:r="http://schemas.openxmlformats.org/officeDocument/2006/relationships" id="256" r:id="Rf5a82307a83f4e70"/>
    <p:sldId xmlns:r="http://schemas.openxmlformats.org/officeDocument/2006/relationships" id="257" r:id="R21e9b3a6e5b1431c"/>
    <p:sldId xmlns:r="http://schemas.openxmlformats.org/officeDocument/2006/relationships" id="258" r:id="R3c59133d49094592"/>
    <p:sldId xmlns:r="http://schemas.openxmlformats.org/officeDocument/2006/relationships" id="259" r:id="R1dd72d526d5d4dd9"/>
    <p:sldId xmlns:r="http://schemas.openxmlformats.org/officeDocument/2006/relationships" id="260" r:id="R0ec711b93ce245b0"/>
    <p:sldId xmlns:r="http://schemas.openxmlformats.org/officeDocument/2006/relationships" id="261" r:id="R8cd45e7e5e024466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4841c0a19d4992" /><Relationship Type="http://schemas.openxmlformats.org/officeDocument/2006/relationships/slideMaster" Target="/ppt/slideMasters/slideMaster1.xml" Id="Rb2381467de1d41ad" /><Relationship Type="http://schemas.openxmlformats.org/officeDocument/2006/relationships/notesMaster" Target="/ppt/notesMasters/notesMaster1.xml" Id="R0900564813c84992" /><Relationship Type="http://schemas.openxmlformats.org/officeDocument/2006/relationships/presProps" Target="/ppt/presProps.xml" Id="R33a652b6240f4093" /><Relationship Type="http://schemas.openxmlformats.org/officeDocument/2006/relationships/tableStyles" Target="/ppt/tableStyles.xml" Id="Rab5172ef2d094bec" /><Relationship Type="http://schemas.openxmlformats.org/officeDocument/2006/relationships/slide" Target="/ppt/slides/slide1.xml" Id="Rf5a82307a83f4e70" /><Relationship Type="http://schemas.openxmlformats.org/officeDocument/2006/relationships/slide" Target="/ppt/slides/slide2.xml" Id="R21e9b3a6e5b1431c" /><Relationship Type="http://schemas.openxmlformats.org/officeDocument/2006/relationships/slide" Target="/ppt/slides/slide3.xml" Id="R3c59133d49094592" /><Relationship Type="http://schemas.openxmlformats.org/officeDocument/2006/relationships/slide" Target="/ppt/slides/slide4.xml" Id="R1dd72d526d5d4dd9" /><Relationship Type="http://schemas.openxmlformats.org/officeDocument/2006/relationships/slide" Target="/ppt/slides/slide5.xml" Id="R0ec711b93ce245b0" /><Relationship Type="http://schemas.openxmlformats.org/officeDocument/2006/relationships/slide" Target="/ppt/slides/slide6.xml" Id="R8cd45e7e5e0244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cde5d9b934e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d80596e48c4a10" /><Relationship Type="http://schemas.openxmlformats.org/officeDocument/2006/relationships/notesMaster" Target="/ppt/notesMasters/notesMaster1.xml" Id="Rc433ca5ded74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c59892edc4dc1" /><Relationship Type="http://schemas.openxmlformats.org/officeDocument/2006/relationships/notesMaster" Target="/ppt/notesMasters/notesMaster1.xml" Id="R1ac25283637540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d7a05fc2e841dc" /><Relationship Type="http://schemas.openxmlformats.org/officeDocument/2006/relationships/notesMaster" Target="/ppt/notesMasters/notesMaster1.xml" Id="R4d184bf7fcb646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0ba8e2d2e54ef3" /><Relationship Type="http://schemas.openxmlformats.org/officeDocument/2006/relationships/notesMaster" Target="/ppt/notesMasters/notesMaster1.xml" Id="R311c2b592dda4e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089dab6ea644a2" /><Relationship Type="http://schemas.openxmlformats.org/officeDocument/2006/relationships/notesMaster" Target="/ppt/notesMasters/notesMaster1.xml" Id="R106b145e709f4d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4c665b2f6f41ea" /><Relationship Type="http://schemas.openxmlformats.org/officeDocument/2006/relationships/notesMaster" Target="/ppt/notesMasters/notesMaster1.xml" Id="R16ca648e4dc6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5d824fa5242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781abb44fc429c" /><Relationship Type="http://schemas.openxmlformats.org/officeDocument/2006/relationships/slideLayout" Target="/ppt/slideLayouts/slideLayout1.xml" Id="Rb7cd5509e99d42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cd5509e99d42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352ded33a43df" /><Relationship Type="http://schemas.openxmlformats.org/officeDocument/2006/relationships/notesSlide" Target="/ppt/notesSlides/notesSlide1.xml" Id="R7584498f01b047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364cdc3d9480d" /><Relationship Type="http://schemas.openxmlformats.org/officeDocument/2006/relationships/notesSlide" Target="/ppt/notesSlides/notesSlide2.xml" Id="R58496237488a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193c2270847fe" /><Relationship Type="http://schemas.openxmlformats.org/officeDocument/2006/relationships/notesSlide" Target="/ppt/notesSlides/notesSlide3.xml" Id="R82510add76524b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c23d2d1a546ba" /><Relationship Type="http://schemas.openxmlformats.org/officeDocument/2006/relationships/notesSlide" Target="/ppt/notesSlides/notesSlide4.xml" Id="R323f4d85d6c449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7e3710584bf6" /><Relationship Type="http://schemas.openxmlformats.org/officeDocument/2006/relationships/notesSlide" Target="/ppt/notesSlides/notesSlide5.xml" Id="R0f3aa36c91d14f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0e0217cd94e31" /><Relationship Type="http://schemas.openxmlformats.org/officeDocument/2006/relationships/notesSlide" Target="/ppt/notesSlides/notesSlide6.xml" Id="Rc0433d78ae7846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7379CFBA-AF03-48E2-B05E-2E854231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C7A11E-A65B-4C33-B7C5-8F93ABAF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印度商务签证｜可视化编辑包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F703301-28EB-4598-857A-97894D9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942AC8C-76D4-434E-A60B-228F13F9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668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062"/>
                </a:solidFill>
              </a:defRPr>
            </a:pPr>
            <a:r>
              <a:rPr sz="1200" b="0">
                <a:solidFill>
                  <a:srgbClr val="244062"/>
                </a:solidFill>
              </a:rPr>
              <a:t>这份 PPTX 用于所见即所得地整理与预览内容；Excel 仍是唯一数据源。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C14292E-66EF-4E8A-8063-A957898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编辑预览版｜黄色文本框可直接改写｜正式递交请使用生成的 Word/PDF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D3CA19E6-5E9D-4AA0-B6E5-0F7287D7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6686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推荐流程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1. 在 Excel 黄色单元格一次性填写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2. 用 PPTX 快速预览文案结构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3. 双击“生成签证文档.command”输出 Word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4. 复核、签字、盖章后转 PDF/打印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8A15E154-28C0-4640-97FD-80C7ECDD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0"/>
            <a:ext cx="66865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本编辑包包含：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派遣函版式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邀请函版式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行程单版式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简历版式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信息便签版式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Proforma 字段导览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注意：PPTX 本身不是签证递交文件。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1F924B24-BF1D-4B1D-BBFF-F91DF7AD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05500"/>
            <a:ext cx="6686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官方核对来源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https://www.eoibeijing.gov.in/page/business-visa-sports-visa/</a:t>
            </a:r>
          </a:p>
        </p:txBody>
      </p:sp>
    </p:spTree>
    <p:extLst>
      <p:ext uri="{BB962C8B-B14F-4D97-AF65-F5344CB8AC3E}">
        <p14:creationId xmlns:p14="http://schemas.microsoft.com/office/powerpoint/2010/main" val="237246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band">
            <a:extLst xmlns:a="http://schemas.openxmlformats.org/drawingml/2006/main">
              <a:ext uri="{FF2B5EF4-FFF2-40B4-BE49-F238E27FC236}">
                <a16:creationId xmlns:a16="http://schemas.microsoft.com/office/drawing/2014/main" id="{6648F297-B815-4ACA-9BE7-5DE8EB33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1B42B3-8C7C-417D-96DB-B0B3935F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派遣函｜Dispatch Letter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F64039F-B3CC-4E59-A176-42BBCC69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1714B34-A0F5-4890-A71C-D521D2F9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668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062"/>
                </a:solidFill>
              </a:defRPr>
            </a:pPr>
            <a:r>
              <a:rPr sz="1200" b="0">
                <a:solidFill>
                  <a:srgbClr val="244062"/>
                </a:solidFill>
              </a:rPr>
              <a:t>公司抬头、签字和公章应在最终 Word/打印件中完成。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CC81E3-CACE-4561-924E-D28EF92D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编辑预览版｜黄色文本框可直接改写｜正式递交请使用生成的 Word/PDF</a:t>
            </a:r>
          </a:p>
        </p:txBody>
      </p:sp>
      <p:sp>
        <p:nvSpPr>
          <p:cNvPr id="6" name="label-Date-182">
            <a:extLst xmlns:a="http://schemas.openxmlformats.org/drawingml/2006/main">
              <a:ext uri="{FF2B5EF4-FFF2-40B4-BE49-F238E27FC236}">
                <a16:creationId xmlns:a16="http://schemas.microsoft.com/office/drawing/2014/main" id="{FD1D5694-DAEE-40BC-A8C7-96DDF1D2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Date</a:t>
            </a:r>
          </a:p>
        </p:txBody>
      </p:sp>
      <p:sp>
        <p:nvSpPr>
          <p:cNvPr id="7" name="input-Date-182">
            <a:extLst xmlns:a="http://schemas.openxmlformats.org/drawingml/2006/main">
              <a:ext uri="{FF2B5EF4-FFF2-40B4-BE49-F238E27FC236}">
                <a16:creationId xmlns:a16="http://schemas.microsoft.com/office/drawing/2014/main" id="{FC203365-7584-4068-BD05-8A60F11F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335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&lt;&lt;dispatch_date&gt;&gt;</a:t>
            </a:r>
          </a:p>
        </p:txBody>
      </p:sp>
      <p:sp>
        <p:nvSpPr>
          <p:cNvPr id="8" name="label-To-230">
            <a:extLst xmlns:a="http://schemas.openxmlformats.org/drawingml/2006/main">
              <a:ext uri="{FF2B5EF4-FFF2-40B4-BE49-F238E27FC236}">
                <a16:creationId xmlns:a16="http://schemas.microsoft.com/office/drawing/2014/main" id="{CFEF844A-B4F6-47C0-8492-B0B46D97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907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To</a:t>
            </a:r>
          </a:p>
        </p:txBody>
      </p:sp>
      <p:sp>
        <p:nvSpPr>
          <p:cNvPr id="9" name="input-To-230">
            <a:extLst xmlns:a="http://schemas.openxmlformats.org/drawingml/2006/main">
              <a:ext uri="{FF2B5EF4-FFF2-40B4-BE49-F238E27FC236}">
                <a16:creationId xmlns:a16="http://schemas.microsoft.com/office/drawing/2014/main" id="{1F589244-7CC7-420A-B17E-6E0E2EB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907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Embassy of India, Beijing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0370119-038C-4A2F-AD5A-ECC98FF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00350"/>
            <a:ext cx="6686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Subject: Dispatch Letter in Support of Business Visa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This is to certify that &lt;&lt;applicant_name&gt;&gt;, passport No. &lt;&lt;passport_no&gt;&gt;, is employed by &lt;&lt;cn_company_name&gt;&gt; as &lt;&lt;job_title&gt;&gt; in &lt;&lt;department&gt;&gt;.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applicant will visit &lt;&lt;in_company_name&gt;&gt; in India from &lt;&lt;trip_start&gt;&gt; to &lt;&lt;trip_end&gt;&gt; for &lt;&lt;business_purpose&gt;&gt;. All expenses will be borne by &lt;&lt;cost_bearer&gt;&gt;. The applicant will return to China before the authorized stay expires.</a:t>
            </a:r>
          </a:p>
        </p:txBody>
      </p:sp>
      <p:sp>
        <p:nvSpPr>
          <p:cNvPr id="11" name="label-Authorized signatory-760">
            <a:extLst xmlns:a="http://schemas.openxmlformats.org/drawingml/2006/main">
              <a:ext uri="{FF2B5EF4-FFF2-40B4-BE49-F238E27FC236}">
                <a16:creationId xmlns:a16="http://schemas.microsoft.com/office/drawing/2014/main" id="{0566D052-3742-4A6C-92D7-724BDAF4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390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Authorized signatory</a:t>
            </a:r>
          </a:p>
        </p:txBody>
      </p:sp>
      <p:sp>
        <p:nvSpPr>
          <p:cNvPr id="12" name="input-Authorized signatory-760">
            <a:extLst xmlns:a="http://schemas.openxmlformats.org/drawingml/2006/main">
              <a:ext uri="{FF2B5EF4-FFF2-40B4-BE49-F238E27FC236}">
                <a16:creationId xmlns:a16="http://schemas.microsoft.com/office/drawing/2014/main" id="{CBF6BF0D-5AB0-4ECB-8823-7635E4E1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239000"/>
            <a:ext cx="487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&lt;&lt;signatory_name / title / email / phone&gt;&gt;</a:t>
            </a:r>
          </a:p>
        </p:txBody>
      </p:sp>
      <p:sp>
        <p:nvSpPr>
          <p:cNvPr id="13" name="label-Signature &amp; seal-840">
            <a:extLst xmlns:a="http://schemas.openxmlformats.org/drawingml/2006/main">
              <a:ext uri="{FF2B5EF4-FFF2-40B4-BE49-F238E27FC236}">
                <a16:creationId xmlns:a16="http://schemas.microsoft.com/office/drawing/2014/main" id="{57ACBA83-6506-4584-B1DA-DA962FAD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00100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Signature &amp; seal</a:t>
            </a:r>
          </a:p>
        </p:txBody>
      </p:sp>
      <p:sp>
        <p:nvSpPr>
          <p:cNvPr id="14" name="input-Signature &amp; seal-840">
            <a:extLst xmlns:a="http://schemas.openxmlformats.org/drawingml/2006/main">
              <a:ext uri="{FF2B5EF4-FFF2-40B4-BE49-F238E27FC236}">
                <a16:creationId xmlns:a16="http://schemas.microsoft.com/office/drawing/2014/main" id="{809617C2-AA59-4C98-9271-94117D3C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001000"/>
            <a:ext cx="487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（留白，最终打印后签字盖章）</a:t>
            </a:r>
          </a:p>
        </p:txBody>
      </p:sp>
    </p:spTree>
    <p:extLst>
      <p:ext uri="{BB962C8B-B14F-4D97-AF65-F5344CB8AC3E}">
        <p14:creationId xmlns:p14="http://schemas.microsoft.com/office/powerpoint/2010/main" val="1573569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B335F3AC-FC27-456E-A253-4164ABD9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011EB3-7C92-47F8-9586-0314E846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邀请函｜Invitation Letter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9EFD4E4-602A-4BC1-841D-08139D7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E9BE247-AEA2-4D67-B96A-06E3D01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668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062"/>
                </a:solidFill>
              </a:defRPr>
            </a:pPr>
            <a:r>
              <a:rPr sz="1200" b="0">
                <a:solidFill>
                  <a:srgbClr val="244062"/>
                </a:solidFill>
              </a:rPr>
              <a:t>邀请方信息、访问日期和费用承担方必须与派遣函一致。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76B9D23-0A69-43FF-AE63-F7D52E0D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编辑预览版｜黄色文本框可直接改写｜正式递交请使用生成的 Word/PDF</a:t>
            </a:r>
          </a:p>
        </p:txBody>
      </p:sp>
      <p:sp>
        <p:nvSpPr>
          <p:cNvPr id="6" name="label-Indian company-182">
            <a:extLst xmlns:a="http://schemas.openxmlformats.org/drawingml/2006/main">
              <a:ext uri="{FF2B5EF4-FFF2-40B4-BE49-F238E27FC236}">
                <a16:creationId xmlns:a16="http://schemas.microsoft.com/office/drawing/2014/main" id="{438AD312-B983-44FF-A52B-58F9CA0C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Indian company</a:t>
            </a:r>
          </a:p>
        </p:txBody>
      </p:sp>
      <p:sp>
        <p:nvSpPr>
          <p:cNvPr id="7" name="input-Indian company-182">
            <a:extLst xmlns:a="http://schemas.openxmlformats.org/drawingml/2006/main">
              <a:ext uri="{FF2B5EF4-FFF2-40B4-BE49-F238E27FC236}">
                <a16:creationId xmlns:a16="http://schemas.microsoft.com/office/drawing/2014/main" id="{213905FF-1369-4023-8F56-8BC80791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335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&lt;&lt;in_company_name&gt;&gt;</a:t>
            </a:r>
          </a:p>
        </p:txBody>
      </p:sp>
      <p:sp>
        <p:nvSpPr>
          <p:cNvPr id="8" name="label-Address-230">
            <a:extLst xmlns:a="http://schemas.openxmlformats.org/drawingml/2006/main">
              <a:ext uri="{FF2B5EF4-FFF2-40B4-BE49-F238E27FC236}">
                <a16:creationId xmlns:a16="http://schemas.microsoft.com/office/drawing/2014/main" id="{E8D3A49E-CD98-4590-BBB5-25903A0D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907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Address</a:t>
            </a:r>
          </a:p>
        </p:txBody>
      </p:sp>
      <p:sp>
        <p:nvSpPr>
          <p:cNvPr id="9" name="input-Address-230">
            <a:extLst xmlns:a="http://schemas.openxmlformats.org/drawingml/2006/main">
              <a:ext uri="{FF2B5EF4-FFF2-40B4-BE49-F238E27FC236}">
                <a16:creationId xmlns:a16="http://schemas.microsoft.com/office/drawing/2014/main" id="{ECD89488-8E59-4F2A-82BC-740504ED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90750"/>
            <a:ext cx="487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&lt;&lt;in_company_address&gt;&gt;</a:t>
            </a:r>
          </a:p>
        </p:txBody>
      </p:sp>
      <p:sp>
        <p:nvSpPr>
          <p:cNvPr id="10" name="label-Inviter-310">
            <a:extLst xmlns:a="http://schemas.openxmlformats.org/drawingml/2006/main">
              <a:ext uri="{FF2B5EF4-FFF2-40B4-BE49-F238E27FC236}">
                <a16:creationId xmlns:a16="http://schemas.microsoft.com/office/drawing/2014/main" id="{4778629E-3D32-439E-9064-BCF3EEF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527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Inviter</a:t>
            </a:r>
          </a:p>
        </p:txBody>
      </p:sp>
      <p:sp>
        <p:nvSpPr>
          <p:cNvPr id="11" name="input-Inviter-310">
            <a:extLst xmlns:a="http://schemas.openxmlformats.org/drawingml/2006/main">
              <a:ext uri="{FF2B5EF4-FFF2-40B4-BE49-F238E27FC236}">
                <a16:creationId xmlns:a16="http://schemas.microsoft.com/office/drawing/2014/main" id="{DC746557-9655-4166-895D-C564D04D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52750"/>
            <a:ext cx="487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&lt;&lt;inviter_name / title / department&gt;&gt;</a:t>
            </a:r>
          </a:p>
        </p:txBody>
      </p:sp>
      <p:sp>
        <p:nvSpPr>
          <p:cNvPr id="12" name="label-Contact-382">
            <a:extLst xmlns:a="http://schemas.openxmlformats.org/drawingml/2006/main">
              <a:ext uri="{FF2B5EF4-FFF2-40B4-BE49-F238E27FC236}">
                <a16:creationId xmlns:a16="http://schemas.microsoft.com/office/drawing/2014/main" id="{05A35637-0DEF-455E-94BC-09341DF2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38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Contact</a:t>
            </a:r>
          </a:p>
        </p:txBody>
      </p:sp>
      <p:sp>
        <p:nvSpPr>
          <p:cNvPr id="13" name="input-Contact-382">
            <a:extLst xmlns:a="http://schemas.openxmlformats.org/drawingml/2006/main">
              <a:ext uri="{FF2B5EF4-FFF2-40B4-BE49-F238E27FC236}">
                <a16:creationId xmlns:a16="http://schemas.microsoft.com/office/drawing/2014/main" id="{1C128065-8794-4D4B-9F38-2A295E21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38550"/>
            <a:ext cx="487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&lt;&lt;inviter_mobile / inviter_email&gt;&gt;</a:t>
            </a:r>
          </a:p>
        </p:txBody>
      </p:sp>
      <p:sp>
        <p:nvSpPr>
          <p:cNvPr id="14" name="invite-body">
            <a:extLst xmlns:a="http://schemas.openxmlformats.org/drawingml/2006/main">
              <a:ext uri="{FF2B5EF4-FFF2-40B4-BE49-F238E27FC236}">
                <a16:creationId xmlns:a16="http://schemas.microsoft.com/office/drawing/2014/main" id="{856CE63B-B410-42EB-9C52-F2AE6176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76750"/>
            <a:ext cx="66865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We hereby invite &lt;&lt;applicant_name&gt;&gt;, passport No. &lt;&lt;passport_no&gt;&gt;, &lt;&lt;job_title&gt;&gt; of &lt;&lt;cn_company_name&gt;&gt;, to visit our company from &lt;&lt;trip_start&gt;&gt; to &lt;&lt;trip_end&gt;&gt; for &lt;&lt;business_purpose&gt;&gt;.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All expenses will be borne by &lt;&lt;cost_bearer&gt;&gt;. We respectfully request that the appropriate Business Visa be granted.</a:t>
            </a:r>
          </a:p>
        </p:txBody>
      </p:sp>
      <p:sp>
        <p:nvSpPr>
          <p:cNvPr id="15" name="label-Signature / seal-820">
            <a:extLst xmlns:a="http://schemas.openxmlformats.org/drawingml/2006/main">
              <a:ext uri="{FF2B5EF4-FFF2-40B4-BE49-F238E27FC236}">
                <a16:creationId xmlns:a16="http://schemas.microsoft.com/office/drawing/2014/main" id="{69ABA89B-0E2D-4F48-904D-FDF14982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8105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Signature / seal</a:t>
            </a:r>
          </a:p>
        </p:txBody>
      </p:sp>
      <p:sp>
        <p:nvSpPr>
          <p:cNvPr id="16" name="input-Signature / seal-820">
            <a:extLst xmlns:a="http://schemas.openxmlformats.org/drawingml/2006/main">
              <a:ext uri="{FF2B5EF4-FFF2-40B4-BE49-F238E27FC236}">
                <a16:creationId xmlns:a16="http://schemas.microsoft.com/office/drawing/2014/main" id="{F4EC7DB5-749D-411F-858B-EA11F785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810500"/>
            <a:ext cx="4876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（由印度邀请方签署）</a:t>
            </a:r>
          </a:p>
        </p:txBody>
      </p:sp>
    </p:spTree>
    <p:extLst>
      <p:ext uri="{BB962C8B-B14F-4D97-AF65-F5344CB8AC3E}">
        <p14:creationId xmlns:p14="http://schemas.microsoft.com/office/powerpoint/2010/main" val="2130820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op-band">
            <a:extLst xmlns:a="http://schemas.openxmlformats.org/drawingml/2006/main">
              <a:ext uri="{FF2B5EF4-FFF2-40B4-BE49-F238E27FC236}">
                <a16:creationId xmlns:a16="http://schemas.microsoft.com/office/drawing/2014/main" id="{2F3601F5-6FDA-479F-ABDE-ADDE3222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C60E0F-69BC-4E36-B668-F428BF5F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行程单｜Business Itinerary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D95EB0A-E4C0-4B57-AB2D-B6C9E5EB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F5AF4E4-24EA-497C-AFAC-6DE074DA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668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062"/>
                </a:solidFill>
              </a:defRPr>
            </a:pPr>
            <a:r>
              <a:rPr sz="1200" b="0">
                <a:solidFill>
                  <a:srgbClr val="244062"/>
                </a:solidFill>
              </a:rPr>
              <a:t>每行填写一段连续行程；不要只写 “Meeting”。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E20DE0D-6B9D-47DD-8CB9-1FA899A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编辑预览版｜黄色文本框可直接改写｜正式递交请使用生成的 Word/PDF</a:t>
            </a:r>
          </a:p>
        </p:txBody>
      </p:sp>
      <p:sp>
        <p:nvSpPr>
          <p:cNvPr id="6" name="h0">
            <a:extLst xmlns:a="http://schemas.openxmlformats.org/drawingml/2006/main">
              <a:ext uri="{FF2B5EF4-FFF2-40B4-BE49-F238E27FC236}">
                <a16:creationId xmlns:a16="http://schemas.microsoft.com/office/drawing/2014/main" id="{8022E655-7D9E-4E22-AC5A-B067731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7" name="h1">
            <a:extLst xmlns:a="http://schemas.openxmlformats.org/drawingml/2006/main">
              <a:ext uri="{FF2B5EF4-FFF2-40B4-BE49-F238E27FC236}">
                <a16:creationId xmlns:a16="http://schemas.microsoft.com/office/drawing/2014/main" id="{2FFD8377-D19A-4921-A29D-0F4FE93B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8" name="h2">
            <a:extLst xmlns:a="http://schemas.openxmlformats.org/drawingml/2006/main">
              <a:ext uri="{FF2B5EF4-FFF2-40B4-BE49-F238E27FC236}">
                <a16:creationId xmlns:a16="http://schemas.microsoft.com/office/drawing/2014/main" id="{0372B122-42EC-4C91-8A43-B9B82BEA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335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City</a:t>
            </a:r>
          </a:p>
        </p:txBody>
      </p:sp>
      <p:sp>
        <p:nvSpPr>
          <p:cNvPr id="9" name="h3">
            <a:extLst xmlns:a="http://schemas.openxmlformats.org/drawingml/2006/main">
              <a:ext uri="{FF2B5EF4-FFF2-40B4-BE49-F238E27FC236}">
                <a16:creationId xmlns:a16="http://schemas.microsoft.com/office/drawing/2014/main" id="{2ADC2880-C722-475B-898B-EE1F1ADE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3355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Company / place</a:t>
            </a:r>
          </a:p>
        </p:txBody>
      </p:sp>
      <p:sp>
        <p:nvSpPr>
          <p:cNvPr id="10" name="h4">
            <a:extLst xmlns:a="http://schemas.openxmlformats.org/drawingml/2006/main">
              <a:ext uri="{FF2B5EF4-FFF2-40B4-BE49-F238E27FC236}">
                <a16:creationId xmlns:a16="http://schemas.microsoft.com/office/drawing/2014/main" id="{629346E0-B024-48C4-A3D5-5E4C1529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Activities</a:t>
            </a:r>
          </a:p>
        </p:txBody>
      </p:sp>
      <p:sp>
        <p:nvSpPr>
          <p:cNvPr id="11" name="h5">
            <a:extLst xmlns:a="http://schemas.openxmlformats.org/drawingml/2006/main">
              <a:ext uri="{FF2B5EF4-FFF2-40B4-BE49-F238E27FC236}">
                <a16:creationId xmlns:a16="http://schemas.microsoft.com/office/drawing/2014/main" id="{6699B83A-D579-49A6-AC6F-F38452CB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1219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Hotel / flight</a:t>
            </a:r>
          </a:p>
        </p:txBody>
      </p:sp>
      <p:sp>
        <p:nvSpPr>
          <p:cNvPr id="12" name="r0c0">
            <a:extLst xmlns:a="http://schemas.openxmlformats.org/drawingml/2006/main">
              <a:ext uri="{FF2B5EF4-FFF2-40B4-BE49-F238E27FC236}">
                <a16:creationId xmlns:a16="http://schemas.microsoft.com/office/drawing/2014/main" id="{02FBBAE8-4122-484E-9C20-DD4B2DB5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&lt;&lt;Start&gt;&gt;</a:t>
            </a:r>
          </a:p>
        </p:txBody>
      </p:sp>
      <p:sp>
        <p:nvSpPr>
          <p:cNvPr id="13" name="r0c1">
            <a:extLst xmlns:a="http://schemas.openxmlformats.org/drawingml/2006/main">
              <a:ext uri="{FF2B5EF4-FFF2-40B4-BE49-F238E27FC236}">
                <a16:creationId xmlns:a16="http://schemas.microsoft.com/office/drawing/2014/main" id="{E13AC521-0733-4719-9D54-230A98F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&lt;&lt;End&gt;&gt;</a:t>
            </a:r>
          </a:p>
        </p:txBody>
      </p:sp>
      <p:sp>
        <p:nvSpPr>
          <p:cNvPr id="14" name="r0c2">
            <a:extLst xmlns:a="http://schemas.openxmlformats.org/drawingml/2006/main">
              <a:ext uri="{FF2B5EF4-FFF2-40B4-BE49-F238E27FC236}">
                <a16:creationId xmlns:a16="http://schemas.microsoft.com/office/drawing/2014/main" id="{E735B4EB-AE9D-4AE5-AA68-B27BE03C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91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&lt;&lt;City&gt;&gt;</a:t>
            </a:r>
          </a:p>
        </p:txBody>
      </p:sp>
      <p:sp>
        <p:nvSpPr>
          <p:cNvPr id="15" name="r0c3">
            <a:extLst xmlns:a="http://schemas.openxmlformats.org/drawingml/2006/main">
              <a:ext uri="{FF2B5EF4-FFF2-40B4-BE49-F238E27FC236}">
                <a16:creationId xmlns:a16="http://schemas.microsoft.com/office/drawing/2014/main" id="{4DF9F7C4-E763-428E-9FF2-CDFC9191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479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&lt;&lt;Company / place&gt;&gt;</a:t>
            </a:r>
          </a:p>
        </p:txBody>
      </p:sp>
      <p:sp>
        <p:nvSpPr>
          <p:cNvPr id="16" name="r0c4">
            <a:extLst xmlns:a="http://schemas.openxmlformats.org/drawingml/2006/main">
              <a:ext uri="{FF2B5EF4-FFF2-40B4-BE49-F238E27FC236}">
                <a16:creationId xmlns:a16="http://schemas.microsoft.com/office/drawing/2014/main" id="{643ED51A-68C3-4355-96CB-8F99EA7B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&lt;&lt;Activities&gt;&gt;</a:t>
            </a:r>
          </a:p>
        </p:txBody>
      </p:sp>
      <p:sp>
        <p:nvSpPr>
          <p:cNvPr id="17" name="r0c5">
            <a:extLst xmlns:a="http://schemas.openxmlformats.org/drawingml/2006/main">
              <a:ext uri="{FF2B5EF4-FFF2-40B4-BE49-F238E27FC236}">
                <a16:creationId xmlns:a16="http://schemas.microsoft.com/office/drawing/2014/main" id="{71FEE7A1-3750-4C18-86BD-90BDF04E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&lt;&lt;Hotel / flight&gt;&gt;</a:t>
            </a:r>
          </a:p>
        </p:txBody>
      </p:sp>
      <p:sp>
        <p:nvSpPr>
          <p:cNvPr id="18" name="r1c0">
            <a:extLst xmlns:a="http://schemas.openxmlformats.org/drawingml/2006/main">
              <a:ext uri="{FF2B5EF4-FFF2-40B4-BE49-F238E27FC236}">
                <a16:creationId xmlns:a16="http://schemas.microsoft.com/office/drawing/2014/main" id="{6D3169CB-99F5-42C8-BB56-2D22F9E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242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&lt;&lt;Start&gt;&gt;</a:t>
            </a:r>
          </a:p>
        </p:txBody>
      </p:sp>
      <p:sp>
        <p:nvSpPr>
          <p:cNvPr id="19" name="r1c1">
            <a:extLst xmlns:a="http://schemas.openxmlformats.org/drawingml/2006/main">
              <a:ext uri="{FF2B5EF4-FFF2-40B4-BE49-F238E27FC236}">
                <a16:creationId xmlns:a16="http://schemas.microsoft.com/office/drawing/2014/main" id="{801CE319-DB4B-4082-BF43-D670495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242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&lt;&lt;End&gt;&gt;</a:t>
            </a:r>
          </a:p>
        </p:txBody>
      </p:sp>
      <p:sp>
        <p:nvSpPr>
          <p:cNvPr id="20" name="r1c2">
            <a:extLst xmlns:a="http://schemas.openxmlformats.org/drawingml/2006/main">
              <a:ext uri="{FF2B5EF4-FFF2-40B4-BE49-F238E27FC236}">
                <a16:creationId xmlns:a16="http://schemas.microsoft.com/office/drawing/2014/main" id="{71BA49F4-3C6C-4E91-83E3-A457D776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91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&lt;&lt;City&gt;&gt;</a:t>
            </a:r>
          </a:p>
        </p:txBody>
      </p:sp>
      <p:sp>
        <p:nvSpPr>
          <p:cNvPr id="21" name="r1c3">
            <a:extLst xmlns:a="http://schemas.openxmlformats.org/drawingml/2006/main">
              <a:ext uri="{FF2B5EF4-FFF2-40B4-BE49-F238E27FC236}">
                <a16:creationId xmlns:a16="http://schemas.microsoft.com/office/drawing/2014/main" id="{3CD0AE14-57A3-4D8F-9DE0-E026C1B4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242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&lt;&lt;Company / place&gt;&gt;</a:t>
            </a:r>
          </a:p>
        </p:txBody>
      </p:sp>
      <p:sp>
        <p:nvSpPr>
          <p:cNvPr id="22" name="r1c4">
            <a:extLst xmlns:a="http://schemas.openxmlformats.org/drawingml/2006/main">
              <a:ext uri="{FF2B5EF4-FFF2-40B4-BE49-F238E27FC236}">
                <a16:creationId xmlns:a16="http://schemas.microsoft.com/office/drawing/2014/main" id="{E230F683-D831-4AE4-844A-E521CA63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242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&lt;&lt;Activities&gt;&gt;</a:t>
            </a:r>
          </a:p>
        </p:txBody>
      </p:sp>
      <p:sp>
        <p:nvSpPr>
          <p:cNvPr id="23" name="r1c5">
            <a:extLst xmlns:a="http://schemas.openxmlformats.org/drawingml/2006/main">
              <a:ext uri="{FF2B5EF4-FFF2-40B4-BE49-F238E27FC236}">
                <a16:creationId xmlns:a16="http://schemas.microsoft.com/office/drawing/2014/main" id="{E40AC968-5D8E-4B24-8944-A3B13955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&lt;&lt;Hotel / flight&gt;&gt;</a:t>
            </a:r>
          </a:p>
        </p:txBody>
      </p:sp>
      <p:sp>
        <p:nvSpPr>
          <p:cNvPr id="24" name="r2c0">
            <a:extLst xmlns:a="http://schemas.openxmlformats.org/drawingml/2006/main">
              <a:ext uri="{FF2B5EF4-FFF2-40B4-BE49-F238E27FC236}">
                <a16:creationId xmlns:a16="http://schemas.microsoft.com/office/drawing/2014/main" id="{D5582E10-1294-4C99-B386-BCCE4CB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&lt;&lt;Start&gt;&gt;</a:t>
            </a:r>
          </a:p>
        </p:txBody>
      </p:sp>
      <p:sp>
        <p:nvSpPr>
          <p:cNvPr id="25" name="r2c1">
            <a:extLst xmlns:a="http://schemas.openxmlformats.org/drawingml/2006/main">
              <a:ext uri="{FF2B5EF4-FFF2-40B4-BE49-F238E27FC236}">
                <a16:creationId xmlns:a16="http://schemas.microsoft.com/office/drawing/2014/main" id="{216E1BD8-B730-45D6-BFD3-F2F215F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&lt;&lt;End&gt;&gt;</a:t>
            </a:r>
          </a:p>
        </p:txBody>
      </p:sp>
      <p:sp>
        <p:nvSpPr>
          <p:cNvPr id="26" name="r2c2">
            <a:extLst xmlns:a="http://schemas.openxmlformats.org/drawingml/2006/main">
              <a:ext uri="{FF2B5EF4-FFF2-40B4-BE49-F238E27FC236}">
                <a16:creationId xmlns:a16="http://schemas.microsoft.com/office/drawing/2014/main" id="{B871865A-3FF3-4366-AE79-4A46F66F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91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&lt;&lt;City&gt;&gt;</a:t>
            </a:r>
          </a:p>
        </p:txBody>
      </p:sp>
      <p:sp>
        <p:nvSpPr>
          <p:cNvPr id="27" name="r2c3">
            <a:extLst xmlns:a="http://schemas.openxmlformats.org/drawingml/2006/main">
              <a:ext uri="{FF2B5EF4-FFF2-40B4-BE49-F238E27FC236}">
                <a16:creationId xmlns:a16="http://schemas.microsoft.com/office/drawing/2014/main" id="{3A21F5EA-6EBB-4676-B7E5-463B045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&lt;&lt;Company / place&gt;&gt;</a:t>
            </a:r>
          </a:p>
        </p:txBody>
      </p:sp>
      <p:sp>
        <p:nvSpPr>
          <p:cNvPr id="28" name="r2c4">
            <a:extLst xmlns:a="http://schemas.openxmlformats.org/drawingml/2006/main">
              <a:ext uri="{FF2B5EF4-FFF2-40B4-BE49-F238E27FC236}">
                <a16:creationId xmlns:a16="http://schemas.microsoft.com/office/drawing/2014/main" id="{33C28E97-E4EA-439E-A5F3-31A79D83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&lt;&lt;Activities&gt;&gt;</a:t>
            </a:r>
          </a:p>
        </p:txBody>
      </p:sp>
      <p:sp>
        <p:nvSpPr>
          <p:cNvPr id="29" name="r2c5">
            <a:extLst xmlns:a="http://schemas.openxmlformats.org/drawingml/2006/main">
              <a:ext uri="{FF2B5EF4-FFF2-40B4-BE49-F238E27FC236}">
                <a16:creationId xmlns:a16="http://schemas.microsoft.com/office/drawing/2014/main" id="{DD4BE199-5CD7-4F83-BE02-20171DCB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&lt;&lt;Hotel / flight&gt;&gt;</a:t>
            </a:r>
          </a:p>
        </p:txBody>
      </p:sp>
      <p:sp>
        <p:nvSpPr>
          <p:cNvPr id="30" name="r3c0">
            <a:extLst xmlns:a="http://schemas.openxmlformats.org/drawingml/2006/main">
              <a:ext uri="{FF2B5EF4-FFF2-40B4-BE49-F238E27FC236}">
                <a16:creationId xmlns:a16="http://schemas.microsoft.com/office/drawing/2014/main" id="{D4677688-84A8-4A40-ACA1-EC737980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768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&lt;&lt;Start&gt;&gt;</a:t>
            </a:r>
          </a:p>
        </p:txBody>
      </p:sp>
      <p:sp>
        <p:nvSpPr>
          <p:cNvPr id="31" name="r3c1">
            <a:extLst xmlns:a="http://schemas.openxmlformats.org/drawingml/2006/main">
              <a:ext uri="{FF2B5EF4-FFF2-40B4-BE49-F238E27FC236}">
                <a16:creationId xmlns:a16="http://schemas.microsoft.com/office/drawing/2014/main" id="{F8B6E077-508D-4C04-975D-7F59D74C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&lt;&lt;End&gt;&gt;</a:t>
            </a:r>
          </a:p>
        </p:txBody>
      </p:sp>
      <p:sp>
        <p:nvSpPr>
          <p:cNvPr id="32" name="r3c2">
            <a:extLst xmlns:a="http://schemas.openxmlformats.org/drawingml/2006/main">
              <a:ext uri="{FF2B5EF4-FFF2-40B4-BE49-F238E27FC236}">
                <a16:creationId xmlns:a16="http://schemas.microsoft.com/office/drawing/2014/main" id="{5254869B-C80C-4553-AE1C-A179020A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91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&lt;&lt;City&gt;&gt;</a:t>
            </a:r>
          </a:p>
        </p:txBody>
      </p:sp>
      <p:sp>
        <p:nvSpPr>
          <p:cNvPr id="33" name="r3c3">
            <a:extLst xmlns:a="http://schemas.openxmlformats.org/drawingml/2006/main">
              <a:ext uri="{FF2B5EF4-FFF2-40B4-BE49-F238E27FC236}">
                <a16:creationId xmlns:a16="http://schemas.microsoft.com/office/drawing/2014/main" id="{38151349-CEA5-4BAF-BE2B-7BE314FB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768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&lt;&lt;Company / place&gt;&gt;</a:t>
            </a:r>
          </a:p>
        </p:txBody>
      </p:sp>
      <p:sp>
        <p:nvSpPr>
          <p:cNvPr id="34" name="r3c4">
            <a:extLst xmlns:a="http://schemas.openxmlformats.org/drawingml/2006/main">
              <a:ext uri="{FF2B5EF4-FFF2-40B4-BE49-F238E27FC236}">
                <a16:creationId xmlns:a16="http://schemas.microsoft.com/office/drawing/2014/main" id="{52FAAA64-B95D-47B6-B583-75E25205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768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&lt;&lt;Activities&gt;&gt;</a:t>
            </a:r>
          </a:p>
        </p:txBody>
      </p:sp>
      <p:sp>
        <p:nvSpPr>
          <p:cNvPr id="35" name="r3c5">
            <a:extLst xmlns:a="http://schemas.openxmlformats.org/drawingml/2006/main">
              <a:ext uri="{FF2B5EF4-FFF2-40B4-BE49-F238E27FC236}">
                <a16:creationId xmlns:a16="http://schemas.microsoft.com/office/drawing/2014/main" id="{EAD99ED2-70ED-40CB-A773-31108DE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&lt;&lt;Hotel / flight&gt;&gt;</a:t>
            </a:r>
          </a:p>
        </p:txBody>
      </p:sp>
      <p:sp>
        <p:nvSpPr>
          <p:cNvPr id="36" name="r4c0">
            <a:extLst xmlns:a="http://schemas.openxmlformats.org/drawingml/2006/main">
              <a:ext uri="{FF2B5EF4-FFF2-40B4-BE49-F238E27FC236}">
                <a16:creationId xmlns:a16="http://schemas.microsoft.com/office/drawing/2014/main" id="{B1BDC863-E010-4297-9D10-168337ED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531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&lt;&lt;Start&gt;&gt;</a:t>
            </a:r>
          </a:p>
        </p:txBody>
      </p:sp>
      <p:sp>
        <p:nvSpPr>
          <p:cNvPr id="37" name="r4c1">
            <a:extLst xmlns:a="http://schemas.openxmlformats.org/drawingml/2006/main">
              <a:ext uri="{FF2B5EF4-FFF2-40B4-BE49-F238E27FC236}">
                <a16:creationId xmlns:a16="http://schemas.microsoft.com/office/drawing/2014/main" id="{8FD2A15B-0C5B-402E-BBE8-F75D42C7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531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&lt;&lt;End&gt;&gt;</a:t>
            </a:r>
          </a:p>
        </p:txBody>
      </p:sp>
      <p:sp>
        <p:nvSpPr>
          <p:cNvPr id="38" name="r4c2">
            <a:extLst xmlns:a="http://schemas.openxmlformats.org/drawingml/2006/main">
              <a:ext uri="{FF2B5EF4-FFF2-40B4-BE49-F238E27FC236}">
                <a16:creationId xmlns:a16="http://schemas.microsoft.com/office/drawing/2014/main" id="{0A8230FF-FCE5-4E2F-ACD3-687161B3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53100"/>
            <a:ext cx="91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&lt;&lt;City&gt;&gt;</a:t>
            </a:r>
          </a:p>
        </p:txBody>
      </p:sp>
      <p:sp>
        <p:nvSpPr>
          <p:cNvPr id="39" name="r4c3">
            <a:extLst xmlns:a="http://schemas.openxmlformats.org/drawingml/2006/main">
              <a:ext uri="{FF2B5EF4-FFF2-40B4-BE49-F238E27FC236}">
                <a16:creationId xmlns:a16="http://schemas.microsoft.com/office/drawing/2014/main" id="{14E89EE8-7E39-4280-9D14-67196B30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531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&lt;&lt;Company / place&gt;&gt;</a:t>
            </a:r>
          </a:p>
        </p:txBody>
      </p:sp>
      <p:sp>
        <p:nvSpPr>
          <p:cNvPr id="40" name="r4c4">
            <a:extLst xmlns:a="http://schemas.openxmlformats.org/drawingml/2006/main">
              <a:ext uri="{FF2B5EF4-FFF2-40B4-BE49-F238E27FC236}">
                <a16:creationId xmlns:a16="http://schemas.microsoft.com/office/drawing/2014/main" id="{A73799C0-098C-43C1-B99F-62D27A70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531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&lt;&lt;Activities&gt;&gt;</a:t>
            </a:r>
          </a:p>
        </p:txBody>
      </p:sp>
      <p:sp>
        <p:nvSpPr>
          <p:cNvPr id="41" name="r4c5">
            <a:extLst xmlns:a="http://schemas.openxmlformats.org/drawingml/2006/main">
              <a:ext uri="{FF2B5EF4-FFF2-40B4-BE49-F238E27FC236}">
                <a16:creationId xmlns:a16="http://schemas.microsoft.com/office/drawing/2014/main" id="{840F28EF-0ACE-4DBF-8EBD-993764B8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531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&lt;&lt;Hotel / flight&gt;&gt;</a:t>
            </a:r>
          </a:p>
        </p:txBody>
      </p:sp>
      <p:sp>
        <p:nvSpPr>
          <p:cNvPr id="42" name="r5c0">
            <a:extLst xmlns:a="http://schemas.openxmlformats.org/drawingml/2006/main">
              <a:ext uri="{FF2B5EF4-FFF2-40B4-BE49-F238E27FC236}">
                <a16:creationId xmlns:a16="http://schemas.microsoft.com/office/drawing/2014/main" id="{225469DE-100A-4822-900C-7A55161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294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&lt;&lt;Start&gt;&gt;</a:t>
            </a:r>
          </a:p>
        </p:txBody>
      </p:sp>
      <p:sp>
        <p:nvSpPr>
          <p:cNvPr id="43" name="r5c1">
            <a:extLst xmlns:a="http://schemas.openxmlformats.org/drawingml/2006/main">
              <a:ext uri="{FF2B5EF4-FFF2-40B4-BE49-F238E27FC236}">
                <a16:creationId xmlns:a16="http://schemas.microsoft.com/office/drawing/2014/main" id="{55CA9EC6-95F4-4563-994B-96C4CB47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6294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&lt;&lt;End&gt;&gt;</a:t>
            </a:r>
          </a:p>
        </p:txBody>
      </p:sp>
      <p:sp>
        <p:nvSpPr>
          <p:cNvPr id="44" name="r5c2">
            <a:extLst xmlns:a="http://schemas.openxmlformats.org/drawingml/2006/main">
              <a:ext uri="{FF2B5EF4-FFF2-40B4-BE49-F238E27FC236}">
                <a16:creationId xmlns:a16="http://schemas.microsoft.com/office/drawing/2014/main" id="{7FAD9044-73A7-4FAE-8EEF-F8FF1D7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629400"/>
            <a:ext cx="91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&lt;&lt;City&gt;&gt;</a:t>
            </a:r>
          </a:p>
        </p:txBody>
      </p:sp>
      <p:sp>
        <p:nvSpPr>
          <p:cNvPr id="45" name="r5c3">
            <a:extLst xmlns:a="http://schemas.openxmlformats.org/drawingml/2006/main">
              <a:ext uri="{FF2B5EF4-FFF2-40B4-BE49-F238E27FC236}">
                <a16:creationId xmlns:a16="http://schemas.microsoft.com/office/drawing/2014/main" id="{9DBC6CF1-3D9A-49C2-AF7D-FFED2E89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6294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&lt;&lt;Company / place&gt;&gt;</a:t>
            </a:r>
          </a:p>
        </p:txBody>
      </p:sp>
      <p:sp>
        <p:nvSpPr>
          <p:cNvPr id="46" name="r5c4">
            <a:extLst xmlns:a="http://schemas.openxmlformats.org/drawingml/2006/main">
              <a:ext uri="{FF2B5EF4-FFF2-40B4-BE49-F238E27FC236}">
                <a16:creationId xmlns:a16="http://schemas.microsoft.com/office/drawing/2014/main" id="{7AEBED09-1090-4B54-9B28-5F07A479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&lt;&lt;Activities&gt;&gt;</a:t>
            </a:r>
          </a:p>
        </p:txBody>
      </p:sp>
      <p:sp>
        <p:nvSpPr>
          <p:cNvPr id="47" name="r5c5">
            <a:extLst xmlns:a="http://schemas.openxmlformats.org/drawingml/2006/main">
              <a:ext uri="{FF2B5EF4-FFF2-40B4-BE49-F238E27FC236}">
                <a16:creationId xmlns:a16="http://schemas.microsoft.com/office/drawing/2014/main" id="{1913674C-20BC-4FEE-A54C-FC9CE4DF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6294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&lt;&lt;Hotel / flight&gt;&gt;</a:t>
            </a:r>
          </a:p>
        </p:txBody>
      </p:sp>
      <p:sp>
        <p:nvSpPr>
          <p:cNvPr id="48" name="r6c0">
            <a:extLst xmlns:a="http://schemas.openxmlformats.org/drawingml/2006/main">
              <a:ext uri="{FF2B5EF4-FFF2-40B4-BE49-F238E27FC236}">
                <a16:creationId xmlns:a16="http://schemas.microsoft.com/office/drawing/2014/main" id="{9F951A62-C418-42D7-978B-3708D441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5057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&lt;&lt;Start&gt;&gt;</a:t>
            </a:r>
          </a:p>
        </p:txBody>
      </p:sp>
      <p:sp>
        <p:nvSpPr>
          <p:cNvPr id="49" name="r6c1">
            <a:extLst xmlns:a="http://schemas.openxmlformats.org/drawingml/2006/main">
              <a:ext uri="{FF2B5EF4-FFF2-40B4-BE49-F238E27FC236}">
                <a16:creationId xmlns:a16="http://schemas.microsoft.com/office/drawing/2014/main" id="{BCCC1E51-4F48-4A7D-8318-6336C307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5057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&lt;&lt;End&gt;&gt;</a:t>
            </a:r>
          </a:p>
        </p:txBody>
      </p:sp>
      <p:sp>
        <p:nvSpPr>
          <p:cNvPr id="50" name="r6c2">
            <a:extLst xmlns:a="http://schemas.openxmlformats.org/drawingml/2006/main">
              <a:ext uri="{FF2B5EF4-FFF2-40B4-BE49-F238E27FC236}">
                <a16:creationId xmlns:a16="http://schemas.microsoft.com/office/drawing/2014/main" id="{B4A6FD35-6A9C-4952-BF41-01419E6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505700"/>
            <a:ext cx="91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&lt;&lt;City&gt;&gt;</a:t>
            </a:r>
          </a:p>
        </p:txBody>
      </p:sp>
      <p:sp>
        <p:nvSpPr>
          <p:cNvPr id="51" name="r6c3">
            <a:extLst xmlns:a="http://schemas.openxmlformats.org/drawingml/2006/main">
              <a:ext uri="{FF2B5EF4-FFF2-40B4-BE49-F238E27FC236}">
                <a16:creationId xmlns:a16="http://schemas.microsoft.com/office/drawing/2014/main" id="{313D09CE-D5C1-4ECD-9D3E-225CA245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75057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&lt;&lt;Company / place&gt;&gt;</a:t>
            </a:r>
          </a:p>
        </p:txBody>
      </p:sp>
      <p:sp>
        <p:nvSpPr>
          <p:cNvPr id="52" name="r6c4">
            <a:extLst xmlns:a="http://schemas.openxmlformats.org/drawingml/2006/main">
              <a:ext uri="{FF2B5EF4-FFF2-40B4-BE49-F238E27FC236}">
                <a16:creationId xmlns:a16="http://schemas.microsoft.com/office/drawing/2014/main" id="{1806BDF8-8754-402B-8566-F3B2E23A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5057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&lt;&lt;Activities&gt;&gt;</a:t>
            </a:r>
          </a:p>
        </p:txBody>
      </p:sp>
      <p:sp>
        <p:nvSpPr>
          <p:cNvPr id="53" name="r6c5">
            <a:extLst xmlns:a="http://schemas.openxmlformats.org/drawingml/2006/main">
              <a:ext uri="{FF2B5EF4-FFF2-40B4-BE49-F238E27FC236}">
                <a16:creationId xmlns:a16="http://schemas.microsoft.com/office/drawing/2014/main" id="{088EC3B9-AC60-4EFF-88A3-2BA555B9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5057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&lt;&lt;Hotel / flight&gt;&gt;</a:t>
            </a:r>
          </a:p>
        </p:txBody>
      </p:sp>
      <p:sp>
        <p:nvSpPr>
          <p:cNvPr id="54" name="sign">
            <a:extLst xmlns:a="http://schemas.openxmlformats.org/drawingml/2006/main">
              <a:ext uri="{FF2B5EF4-FFF2-40B4-BE49-F238E27FC236}">
                <a16:creationId xmlns:a16="http://schemas.microsoft.com/office/drawing/2014/main" id="{A722E6C6-7486-4289-A28D-6ED2D01A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24900"/>
            <a:ext cx="6686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Applicant's signature: ____________________    Date: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402048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band">
            <a:extLst xmlns:a="http://schemas.openxmlformats.org/drawingml/2006/main">
              <a:ext uri="{FF2B5EF4-FFF2-40B4-BE49-F238E27FC236}">
                <a16:creationId xmlns:a16="http://schemas.microsoft.com/office/drawing/2014/main" id="{8C202F42-C429-4163-A9C9-B0046621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F45926-C5CB-453F-A216-12133DA5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英文简历｜Resume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54ABB6C-AADC-458F-8B8B-5F0EB26A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2895EA2-0574-45E5-BE74-F482C365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668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062"/>
                </a:solidFill>
              </a:defRPr>
            </a:pPr>
            <a:r>
              <a:rPr sz="1200" b="0">
                <a:solidFill>
                  <a:srgbClr val="244062"/>
                </a:solidFill>
              </a:rPr>
              <a:t>按时间倒序填写全部教育和工作经历；空档期需可解释。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5D6E7AB-623C-409F-9FBB-1D75801E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编辑预览版｜黄色文本框可直接改写｜正式递交请使用生成的 Word/PDF</a:t>
            </a:r>
          </a:p>
        </p:txBody>
      </p:sp>
      <p:sp>
        <p:nvSpPr>
          <p:cNvPr id="6" name="label-Applicant-182">
            <a:extLst xmlns:a="http://schemas.openxmlformats.org/drawingml/2006/main">
              <a:ext uri="{FF2B5EF4-FFF2-40B4-BE49-F238E27FC236}">
                <a16:creationId xmlns:a16="http://schemas.microsoft.com/office/drawing/2014/main" id="{9A426F34-9A96-4AB9-BCCB-CFAC35E4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Applicant</a:t>
            </a:r>
          </a:p>
        </p:txBody>
      </p:sp>
      <p:sp>
        <p:nvSpPr>
          <p:cNvPr id="7" name="input-Applicant-182">
            <a:extLst xmlns:a="http://schemas.openxmlformats.org/drawingml/2006/main">
              <a:ext uri="{FF2B5EF4-FFF2-40B4-BE49-F238E27FC236}">
                <a16:creationId xmlns:a16="http://schemas.microsoft.com/office/drawing/2014/main" id="{8FA9C171-6E8A-4021-A863-8E0B4152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33550"/>
            <a:ext cx="487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&lt;&lt;name / DOB / phone / email / address&gt;&gt;</a:t>
            </a:r>
          </a:p>
        </p:txBody>
      </p:sp>
      <p:sp>
        <p:nvSpPr>
          <p:cNvPr id="8" name="edu-title">
            <a:extLst xmlns:a="http://schemas.openxmlformats.org/drawingml/2006/main">
              <a:ext uri="{FF2B5EF4-FFF2-40B4-BE49-F238E27FC236}">
                <a16:creationId xmlns:a16="http://schemas.microsoft.com/office/drawing/2014/main" id="{2779C83F-D1A0-4F17-BA31-455ED370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0"/>
            <a:ext cx="668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9" name="edu0">
            <a:extLst xmlns:a="http://schemas.openxmlformats.org/drawingml/2006/main">
              <a:ext uri="{FF2B5EF4-FFF2-40B4-BE49-F238E27FC236}">
                <a16:creationId xmlns:a16="http://schemas.microsoft.com/office/drawing/2014/main" id="{8D73CD6F-CDAB-46CE-B7EE-5E61317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67050"/>
            <a:ext cx="6686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&lt;&lt;YYYY.MM-YYYY.MM | University | Degree / Major | Notes&gt;&gt;</a:t>
            </a:r>
          </a:p>
        </p:txBody>
      </p:sp>
      <p:sp>
        <p:nvSpPr>
          <p:cNvPr id="10" name="edu1">
            <a:extLst xmlns:a="http://schemas.openxmlformats.org/drawingml/2006/main">
              <a:ext uri="{FF2B5EF4-FFF2-40B4-BE49-F238E27FC236}">
                <a16:creationId xmlns:a16="http://schemas.microsoft.com/office/drawing/2014/main" id="{8FB36A11-272B-47D8-8F20-5F5EF624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6686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&lt;&lt;YYYY.MM-YYYY.MM | University | Degree / Major | Notes&gt;&gt;</a:t>
            </a:r>
          </a:p>
        </p:txBody>
      </p:sp>
      <p:sp>
        <p:nvSpPr>
          <p:cNvPr id="11" name="edu2">
            <a:extLst xmlns:a="http://schemas.openxmlformats.org/drawingml/2006/main">
              <a:ext uri="{FF2B5EF4-FFF2-40B4-BE49-F238E27FC236}">
                <a16:creationId xmlns:a16="http://schemas.microsoft.com/office/drawing/2014/main" id="{FEDA43BB-FC71-419C-95F2-665168F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6686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&lt;&lt;YYYY.MM-YYYY.MM | University | Degree / Major | Notes&gt;&gt;</a:t>
            </a:r>
          </a:p>
        </p:txBody>
      </p:sp>
      <p:sp>
        <p:nvSpPr>
          <p:cNvPr id="12" name="work-title">
            <a:extLst xmlns:a="http://schemas.openxmlformats.org/drawingml/2006/main">
              <a:ext uri="{FF2B5EF4-FFF2-40B4-BE49-F238E27FC236}">
                <a16:creationId xmlns:a16="http://schemas.microsoft.com/office/drawing/2014/main" id="{E5E00574-F553-4C4A-8231-9DA2630D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05500"/>
            <a:ext cx="668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PROFESSIONAL EXPERIENCE</a:t>
            </a:r>
          </a:p>
        </p:txBody>
      </p:sp>
      <p:sp>
        <p:nvSpPr>
          <p:cNvPr id="13" name="work0">
            <a:extLst xmlns:a="http://schemas.openxmlformats.org/drawingml/2006/main">
              <a:ext uri="{FF2B5EF4-FFF2-40B4-BE49-F238E27FC236}">
                <a16:creationId xmlns:a16="http://schemas.microsoft.com/office/drawing/2014/main" id="{E816C5A0-C64F-4EF2-847A-0FFF2ADF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05550"/>
            <a:ext cx="6686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&lt;&lt;YYYY.MM-YYYY.MM | Company | Position | Responsibilities&gt;&gt;</a:t>
            </a:r>
          </a:p>
        </p:txBody>
      </p:sp>
      <p:sp>
        <p:nvSpPr>
          <p:cNvPr id="14" name="work1">
            <a:extLst xmlns:a="http://schemas.openxmlformats.org/drawingml/2006/main">
              <a:ext uri="{FF2B5EF4-FFF2-40B4-BE49-F238E27FC236}">
                <a16:creationId xmlns:a16="http://schemas.microsoft.com/office/drawing/2014/main" id="{863A9CC5-906E-439A-9017-D8BA806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15200"/>
            <a:ext cx="6686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&lt;&lt;YYYY.MM-YYYY.MM | Company | Position | Responsibilities&gt;&gt;</a:t>
            </a:r>
          </a:p>
        </p:txBody>
      </p:sp>
      <p:sp>
        <p:nvSpPr>
          <p:cNvPr id="15" name="work2">
            <a:extLst xmlns:a="http://schemas.openxmlformats.org/drawingml/2006/main">
              <a:ext uri="{FF2B5EF4-FFF2-40B4-BE49-F238E27FC236}">
                <a16:creationId xmlns:a16="http://schemas.microsoft.com/office/drawing/2014/main" id="{CE11B713-C188-4968-B6B5-BBADBF85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324850"/>
            <a:ext cx="6686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&lt;&lt;YYYY.MM-YYYY.MM | Company | Position | Responsibilities&gt;&gt;</a:t>
            </a:r>
          </a:p>
        </p:txBody>
      </p:sp>
    </p:spTree>
    <p:extLst>
      <p:ext uri="{BB962C8B-B14F-4D97-AF65-F5344CB8AC3E}">
        <p14:creationId xmlns:p14="http://schemas.microsoft.com/office/powerpoint/2010/main" val="1775848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band">
            <a:extLst xmlns:a="http://schemas.openxmlformats.org/drawingml/2006/main">
              <a:ext uri="{FF2B5EF4-FFF2-40B4-BE49-F238E27FC236}">
                <a16:creationId xmlns:a16="http://schemas.microsoft.com/office/drawing/2014/main" id="{33FFD31D-9AB5-42A2-9AB0-9AD7436F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6F195D-306F-4428-9A6B-7579CD6D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信息便签与 Proforma｜最后复核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5542452-91DE-4855-85F2-795B06E7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E860323-3A26-473F-AF2B-AD7A93B5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668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062"/>
                </a:solidFill>
              </a:defRPr>
            </a:pPr>
            <a:r>
              <a:rPr sz="1200" b="0">
                <a:solidFill>
                  <a:srgbClr val="244062"/>
                </a:solidFill>
              </a:rPr>
              <a:t>所有不适用字段明确写 N/A，不留空。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6C10842-E5BE-4AC4-8D17-F11A1648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编辑预览版｜黄色文本框可直接改写｜正式递交请使用生成的 Word/PDF</a:t>
            </a:r>
          </a:p>
        </p:txBody>
      </p:sp>
      <p:sp>
        <p:nvSpPr>
          <p:cNvPr id="6" name="label-Name-182">
            <a:extLst xmlns:a="http://schemas.openxmlformats.org/drawingml/2006/main">
              <a:ext uri="{FF2B5EF4-FFF2-40B4-BE49-F238E27FC236}">
                <a16:creationId xmlns:a16="http://schemas.microsoft.com/office/drawing/2014/main" id="{6F419BA5-941D-4AF9-BAEB-B35A2CAD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Name</a:t>
            </a:r>
          </a:p>
        </p:txBody>
      </p:sp>
      <p:sp>
        <p:nvSpPr>
          <p:cNvPr id="7" name="input-Name-182">
            <a:extLst xmlns:a="http://schemas.openxmlformats.org/drawingml/2006/main">
              <a:ext uri="{FF2B5EF4-FFF2-40B4-BE49-F238E27FC236}">
                <a16:creationId xmlns:a16="http://schemas.microsoft.com/office/drawing/2014/main" id="{5F68A757-0F9C-4743-895B-533EEC1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335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&lt;&lt;applicant_name&gt;&gt;</a:t>
            </a:r>
          </a:p>
        </p:txBody>
      </p:sp>
      <p:sp>
        <p:nvSpPr>
          <p:cNvPr id="8" name="label-Indian company-230">
            <a:extLst xmlns:a="http://schemas.openxmlformats.org/drawingml/2006/main">
              <a:ext uri="{FF2B5EF4-FFF2-40B4-BE49-F238E27FC236}">
                <a16:creationId xmlns:a16="http://schemas.microsoft.com/office/drawing/2014/main" id="{419B02AE-9D1D-4266-96D1-DE41792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907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Indian company</a:t>
            </a:r>
          </a:p>
        </p:txBody>
      </p:sp>
      <p:sp>
        <p:nvSpPr>
          <p:cNvPr id="9" name="input-Indian company-230">
            <a:extLst xmlns:a="http://schemas.openxmlformats.org/drawingml/2006/main">
              <a:ext uri="{FF2B5EF4-FFF2-40B4-BE49-F238E27FC236}">
                <a16:creationId xmlns:a16="http://schemas.microsoft.com/office/drawing/2014/main" id="{E4D342F2-7490-4589-ADEE-078131D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907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&lt;&lt;in_company_name&gt;&gt;</a:t>
            </a:r>
          </a:p>
        </p:txBody>
      </p:sp>
      <p:sp>
        <p:nvSpPr>
          <p:cNvPr id="10" name="label-Chinese company-278">
            <a:extLst xmlns:a="http://schemas.openxmlformats.org/drawingml/2006/main">
              <a:ext uri="{FF2B5EF4-FFF2-40B4-BE49-F238E27FC236}">
                <a16:creationId xmlns:a16="http://schemas.microsoft.com/office/drawing/2014/main" id="{7EABF7C5-AC26-4236-B6CE-18C9C366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47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Chinese company</a:t>
            </a:r>
          </a:p>
        </p:txBody>
      </p:sp>
      <p:sp>
        <p:nvSpPr>
          <p:cNvPr id="11" name="input-Chinese company-278">
            <a:extLst xmlns:a="http://schemas.openxmlformats.org/drawingml/2006/main">
              <a:ext uri="{FF2B5EF4-FFF2-40B4-BE49-F238E27FC236}">
                <a16:creationId xmlns:a16="http://schemas.microsoft.com/office/drawing/2014/main" id="{7A8A98A6-479D-40B4-8FB7-690C506A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479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&lt;&lt;cn_company_name&gt;&gt;</a:t>
            </a:r>
          </a:p>
        </p:txBody>
      </p:sp>
      <p:sp>
        <p:nvSpPr>
          <p:cNvPr id="12" name="label-Telephone-326">
            <a:extLst xmlns:a="http://schemas.openxmlformats.org/drawingml/2006/main">
              <a:ext uri="{FF2B5EF4-FFF2-40B4-BE49-F238E27FC236}">
                <a16:creationId xmlns:a16="http://schemas.microsoft.com/office/drawing/2014/main" id="{2A416D14-BFE1-4605-9281-B2F9FFBD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Telephone</a:t>
            </a:r>
          </a:p>
        </p:txBody>
      </p:sp>
      <p:sp>
        <p:nvSpPr>
          <p:cNvPr id="13" name="input-Telephone-326">
            <a:extLst xmlns:a="http://schemas.openxmlformats.org/drawingml/2006/main">
              <a:ext uri="{FF2B5EF4-FFF2-40B4-BE49-F238E27FC236}">
                <a16:creationId xmlns:a16="http://schemas.microsoft.com/office/drawing/2014/main" id="{60B86E28-2654-4F04-8A8E-3D24FB05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051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&lt;&lt;mobile&gt;&gt;</a:t>
            </a:r>
          </a:p>
        </p:txBody>
      </p:sp>
      <p:sp>
        <p:nvSpPr>
          <p:cNvPr id="14" name="label-Email-374">
            <a:extLst xmlns:a="http://schemas.openxmlformats.org/drawingml/2006/main">
              <a:ext uri="{FF2B5EF4-FFF2-40B4-BE49-F238E27FC236}">
                <a16:creationId xmlns:a16="http://schemas.microsoft.com/office/drawing/2014/main" id="{CE8C0477-269E-4ED3-AB32-E3E0D0D5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62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Email</a:t>
            </a:r>
          </a:p>
        </p:txBody>
      </p:sp>
      <p:sp>
        <p:nvSpPr>
          <p:cNvPr id="15" name="input-Email-374">
            <a:extLst xmlns:a="http://schemas.openxmlformats.org/drawingml/2006/main">
              <a:ext uri="{FF2B5EF4-FFF2-40B4-BE49-F238E27FC236}">
                <a16:creationId xmlns:a16="http://schemas.microsoft.com/office/drawing/2014/main" id="{D410D9C3-50E3-419F-A94B-3CAF0D59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623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&lt;&lt;email&gt;&gt;</a:t>
            </a:r>
          </a:p>
        </p:txBody>
      </p:sp>
      <p:sp>
        <p:nvSpPr>
          <p:cNvPr id="16" name="proforma-title">
            <a:extLst xmlns:a="http://schemas.openxmlformats.org/drawingml/2006/main">
              <a:ext uri="{FF2B5EF4-FFF2-40B4-BE49-F238E27FC236}">
                <a16:creationId xmlns:a16="http://schemas.microsoft.com/office/drawing/2014/main" id="{C68C79C9-4971-4D53-895E-FE70AAF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668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PROFORMA 重点字段</a:t>
            </a:r>
          </a:p>
        </p:txBody>
      </p:sp>
      <p:sp>
        <p:nvSpPr>
          <p:cNvPr id="17" name="proforma-list">
            <a:extLst xmlns:a="http://schemas.openxmlformats.org/drawingml/2006/main">
              <a:ext uri="{FF2B5EF4-FFF2-40B4-BE49-F238E27FC236}">
                <a16:creationId xmlns:a16="http://schemas.microsoft.com/office/drawing/2014/main" id="{38718280-1683-473E-9EAA-80A814E7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81550"/>
            <a:ext cx="6686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6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申请人的专业技能与工作年限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是否曾在其他国家工作；如否，其余三项填 N/A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当前雇主的成立年份、所有制、股东、三年营业额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上市状态、业务领域、公司简介、在印度的实体/投资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印度合作公司的成立年份、所有制和外资受益所有人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授权签字人姓名、职位、手机、座机、邮箱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仅在指定区域签字盖章</a:t>
            </a:r>
          </a:p>
        </p:txBody>
      </p:sp>
    </p:spTree>
    <p:extLst>
      <p:ext uri="{BB962C8B-B14F-4D97-AF65-F5344CB8AC3E}">
        <p14:creationId xmlns:p14="http://schemas.microsoft.com/office/powerpoint/2010/main" val="751790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2026-08-03T09:44:31.6870000Z</dcterms:created>
  <dcterms:modified xsi:type="dcterms:W3CDTF">2026-08-03T09:44:31.6870000Z</dcterms:modified>
</coreProperties>
</file>