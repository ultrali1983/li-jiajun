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7a5aa49b64179" /><Relationship Type="http://schemas.openxmlformats.org/officeDocument/2006/relationships/extended-properties" Target="/docProps/app.xml" Id="Rd73f835eb2cf4372" /><Relationship Type="http://schemas.openxmlformats.org/officeDocument/2006/relationships/officeDocument" Target="/ppt/presentation.xml" Id="Rbfa30356b0d44b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f4b066124943e8"/>
  </p:sldMasterIdLst>
  <p:notesMasterIdLst>
    <p:notesMasterId xmlns:r="http://schemas.openxmlformats.org/officeDocument/2006/relationships" r:id="Rf1c78ee53d4b4b39"/>
  </p:notesMasterIdLst>
  <p:sldIdLst>
    <p:sldId xmlns:r="http://schemas.openxmlformats.org/officeDocument/2006/relationships" id="256" r:id="Rebae016037cd4f99"/>
    <p:sldId xmlns:r="http://schemas.openxmlformats.org/officeDocument/2006/relationships" id="257" r:id="Rb7a08203fce44988"/>
    <p:sldId xmlns:r="http://schemas.openxmlformats.org/officeDocument/2006/relationships" id="258" r:id="R66d2e193cb3e456a"/>
    <p:sldId xmlns:r="http://schemas.openxmlformats.org/officeDocument/2006/relationships" id="259" r:id="R100a96df51ef4299"/>
    <p:sldId xmlns:r="http://schemas.openxmlformats.org/officeDocument/2006/relationships" id="260" r:id="Re901d9e7c44b4562"/>
    <p:sldId xmlns:r="http://schemas.openxmlformats.org/officeDocument/2006/relationships" id="261" r:id="R44909157253c45c4"/>
    <p:sldId xmlns:r="http://schemas.openxmlformats.org/officeDocument/2006/relationships" id="262" r:id="R24e1ce2ecdc64b08"/>
    <p:sldId xmlns:r="http://schemas.openxmlformats.org/officeDocument/2006/relationships" id="263" r:id="Re0a3cda73b774865"/>
    <p:sldId xmlns:r="http://schemas.openxmlformats.org/officeDocument/2006/relationships" id="264" r:id="R7ebf05ba0bbf4ce1"/>
    <p:sldId xmlns:r="http://schemas.openxmlformats.org/officeDocument/2006/relationships" id="265" r:id="R08f4512ac1954692"/>
    <p:sldId xmlns:r="http://schemas.openxmlformats.org/officeDocument/2006/relationships" id="266" r:id="Rfe5a31095ff541fb"/>
    <p:sldId xmlns:r="http://schemas.openxmlformats.org/officeDocument/2006/relationships" id="267" r:id="R5efe433ef8624efd"/>
    <p:sldId xmlns:r="http://schemas.openxmlformats.org/officeDocument/2006/relationships" id="268" r:id="R064a20befa7c4dc8"/>
    <p:sldId xmlns:r="http://schemas.openxmlformats.org/officeDocument/2006/relationships" id="269" r:id="Ra9a124268a6044da"/>
    <p:sldId xmlns:r="http://schemas.openxmlformats.org/officeDocument/2006/relationships" id="270" r:id="Raa356af182ce4a19"/>
    <p:sldId xmlns:r="http://schemas.openxmlformats.org/officeDocument/2006/relationships" id="271" r:id="R89024a02c5814ec4"/>
    <p:sldId xmlns:r="http://schemas.openxmlformats.org/officeDocument/2006/relationships" id="272" r:id="R30219502faee4630"/>
    <p:sldId xmlns:r="http://schemas.openxmlformats.org/officeDocument/2006/relationships" id="273" r:id="Rdf04403bbdf34d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bed98245ab442b" /><Relationship Type="http://schemas.openxmlformats.org/officeDocument/2006/relationships/slideMaster" Target="/ppt/slideMasters/slideMaster1.xml" Id="R7af4b066124943e8" /><Relationship Type="http://schemas.openxmlformats.org/officeDocument/2006/relationships/notesMaster" Target="/ppt/notesMasters/notesMaster1.xml" Id="Rf1c78ee53d4b4b39" /><Relationship Type="http://schemas.openxmlformats.org/officeDocument/2006/relationships/presProps" Target="/ppt/presProps.xml" Id="R110a6a16905a4322" /><Relationship Type="http://schemas.openxmlformats.org/officeDocument/2006/relationships/tableStyles" Target="/ppt/tableStyles.xml" Id="Rf44b2f3921cc4873" /><Relationship Type="http://schemas.openxmlformats.org/officeDocument/2006/relationships/slide" Target="/ppt/slides/slide1.xml" Id="Rebae016037cd4f99" /><Relationship Type="http://schemas.openxmlformats.org/officeDocument/2006/relationships/slide" Target="/ppt/slides/slide2.xml" Id="Rb7a08203fce44988" /><Relationship Type="http://schemas.openxmlformats.org/officeDocument/2006/relationships/slide" Target="/ppt/slides/slide3.xml" Id="R66d2e193cb3e456a" /><Relationship Type="http://schemas.openxmlformats.org/officeDocument/2006/relationships/slide" Target="/ppt/slides/slide4.xml" Id="R100a96df51ef4299" /><Relationship Type="http://schemas.openxmlformats.org/officeDocument/2006/relationships/slide" Target="/ppt/slides/slide5.xml" Id="Re901d9e7c44b4562" /><Relationship Type="http://schemas.openxmlformats.org/officeDocument/2006/relationships/slide" Target="/ppt/slides/slide6.xml" Id="R44909157253c45c4" /><Relationship Type="http://schemas.openxmlformats.org/officeDocument/2006/relationships/slide" Target="/ppt/slides/slide7.xml" Id="R24e1ce2ecdc64b08" /><Relationship Type="http://schemas.openxmlformats.org/officeDocument/2006/relationships/slide" Target="/ppt/slides/slide8.xml" Id="Re0a3cda73b774865" /><Relationship Type="http://schemas.openxmlformats.org/officeDocument/2006/relationships/slide" Target="/ppt/slides/slide9.xml" Id="R7ebf05ba0bbf4ce1" /><Relationship Type="http://schemas.openxmlformats.org/officeDocument/2006/relationships/slide" Target="/ppt/slides/slide10.xml" Id="R08f4512ac1954692" /><Relationship Type="http://schemas.openxmlformats.org/officeDocument/2006/relationships/slide" Target="/ppt/slides/slide11.xml" Id="Rfe5a31095ff541fb" /><Relationship Type="http://schemas.openxmlformats.org/officeDocument/2006/relationships/slide" Target="/ppt/slides/slide12.xml" Id="R5efe433ef8624efd" /><Relationship Type="http://schemas.openxmlformats.org/officeDocument/2006/relationships/slide" Target="/ppt/slides/slide13.xml" Id="R064a20befa7c4dc8" /><Relationship Type="http://schemas.openxmlformats.org/officeDocument/2006/relationships/slide" Target="/ppt/slides/slide14.xml" Id="Ra9a124268a6044da" /><Relationship Type="http://schemas.openxmlformats.org/officeDocument/2006/relationships/slide" Target="/ppt/slides/slide15.xml" Id="Raa356af182ce4a19" /><Relationship Type="http://schemas.openxmlformats.org/officeDocument/2006/relationships/slide" Target="/ppt/slides/slide16.xml" Id="R89024a02c5814ec4" /><Relationship Type="http://schemas.openxmlformats.org/officeDocument/2006/relationships/slide" Target="/ppt/slides/slide17.xml" Id="R30219502faee4630" /><Relationship Type="http://schemas.openxmlformats.org/officeDocument/2006/relationships/slide" Target="/ppt/slides/slide18.xml" Id="Rdf04403bbdf34d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bc4a3f3bb49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9539bfea9b4da0" /><Relationship Type="http://schemas.openxmlformats.org/officeDocument/2006/relationships/notesMaster" Target="/ppt/notesMasters/notesMaster1.xml" Id="R2f71264a4bc34c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b144ac084747bc" /><Relationship Type="http://schemas.openxmlformats.org/officeDocument/2006/relationships/notesMaster" Target="/ppt/notesMasters/notesMaster1.xml" Id="R4abb818b463a4f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84f8ebd0b740a8" /><Relationship Type="http://schemas.openxmlformats.org/officeDocument/2006/relationships/notesMaster" Target="/ppt/notesMasters/notesMaster1.xml" Id="Rfa51bccb49b34d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81915361844a6" /><Relationship Type="http://schemas.openxmlformats.org/officeDocument/2006/relationships/notesMaster" Target="/ppt/notesMasters/notesMaster1.xml" Id="R6d000928e3164a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5a6af20b2e4439" /><Relationship Type="http://schemas.openxmlformats.org/officeDocument/2006/relationships/notesMaster" Target="/ppt/notesMasters/notesMaster1.xml" Id="R69ae83b5aefe41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ede85b1f44d14" /><Relationship Type="http://schemas.openxmlformats.org/officeDocument/2006/relationships/notesMaster" Target="/ppt/notesMasters/notesMaster1.xml" Id="R660cd173658d4f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2bb5bf48a24406" /><Relationship Type="http://schemas.openxmlformats.org/officeDocument/2006/relationships/notesMaster" Target="/ppt/notesMasters/notesMaster1.xml" Id="R75d0e54fb9d44a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bba684e86404e" /><Relationship Type="http://schemas.openxmlformats.org/officeDocument/2006/relationships/notesMaster" Target="/ppt/notesMasters/notesMaster1.xml" Id="R0fb8eef6c5b44f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8e7e3a5d914b0c" /><Relationship Type="http://schemas.openxmlformats.org/officeDocument/2006/relationships/notesMaster" Target="/ppt/notesMasters/notesMaster1.xml" Id="R1ff5169aa6da48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53bc88fac04234" /><Relationship Type="http://schemas.openxmlformats.org/officeDocument/2006/relationships/notesMaster" Target="/ppt/notesMasters/notesMaster1.xml" Id="Rb239a169aa054c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3ac57213144264" /><Relationship Type="http://schemas.openxmlformats.org/officeDocument/2006/relationships/notesMaster" Target="/ppt/notesMasters/notesMaster1.xml" Id="R4dc6073562634e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1c4cf963334321" /><Relationship Type="http://schemas.openxmlformats.org/officeDocument/2006/relationships/notesMaster" Target="/ppt/notesMasters/notesMaster1.xml" Id="R75c7bd963bc140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56d08a539c4ae5" /><Relationship Type="http://schemas.openxmlformats.org/officeDocument/2006/relationships/notesMaster" Target="/ppt/notesMasters/notesMaster1.xml" Id="R04e7ba278bc84a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b64ca759c3472d" /><Relationship Type="http://schemas.openxmlformats.org/officeDocument/2006/relationships/notesMaster" Target="/ppt/notesMasters/notesMaster1.xml" Id="R273c6154efc04d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bcba3410a14613" /><Relationship Type="http://schemas.openxmlformats.org/officeDocument/2006/relationships/notesMaster" Target="/ppt/notesMasters/notesMaster1.xml" Id="Rf00b0d8fa2f243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f98160c9c1470b" /><Relationship Type="http://schemas.openxmlformats.org/officeDocument/2006/relationships/notesMaster" Target="/ppt/notesMasters/notesMaster1.xml" Id="R63b4ad30b6804f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659ec5ca734a14" /><Relationship Type="http://schemas.openxmlformats.org/officeDocument/2006/relationships/notesMaster" Target="/ppt/notesMasters/notesMaster1.xml" Id="R85df95e99dd144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04a875ba0a41d2" /><Relationship Type="http://schemas.openxmlformats.org/officeDocument/2006/relationships/notesMaster" Target="/ppt/notesMasters/notesMaster1.xml" Id="R9ca6fc0a6aaf47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daad2c80d4f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cfd297cf9e41ff" /><Relationship Type="http://schemas.openxmlformats.org/officeDocument/2006/relationships/slideLayout" Target="/ppt/slideLayouts/slideLayout1.xml" Id="R0e3e42c6e82d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3e42c6e82d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f8c9e236747a5" /><Relationship Type="http://schemas.openxmlformats.org/officeDocument/2006/relationships/notesSlide" Target="/ppt/notesSlides/notesSlide1.xml" Id="Rc60631402ae34c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a1ef428ef48e5" /><Relationship Type="http://schemas.openxmlformats.org/officeDocument/2006/relationships/notesSlide" Target="/ppt/notesSlides/notesSlide2.xml" Id="R3c4f4d687f0d48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7cd2fdcbb4282" /><Relationship Type="http://schemas.openxmlformats.org/officeDocument/2006/relationships/image" Target="/ppt/media/image.png" Id="Re314aeca642e40b1" /><Relationship Type="http://schemas.openxmlformats.org/officeDocument/2006/relationships/notesSlide" Target="/ppt/notesSlides/notesSlide3.xml" Id="R6312e0f62a6c42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48c26b42e4203" /><Relationship Type="http://schemas.openxmlformats.org/officeDocument/2006/relationships/notesSlide" Target="/ppt/notesSlides/notesSlide4.xml" Id="R71ad8da3f74444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b97fac7814f7d" /><Relationship Type="http://schemas.openxmlformats.org/officeDocument/2006/relationships/notesSlide" Target="/ppt/notesSlides/notesSlide5.xml" Id="R1cfd2118c4ef46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bdb8eefd64b61" /><Relationship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 Id="R30038be738c14fea" /><Relationship Type="http://schemas.openxmlformats.org/officeDocument/2006/relationships/notesSlide" Target="/ppt/notesSlides/notesSlide6.xml" Id="R7da5bc05d78e4e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3945bfb3241af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7584d0c4089f47b4" /><Relationship Type="http://schemas.openxmlformats.org/officeDocument/2006/relationships/notesSlide" Target="/ppt/notesSlides/notesSlide7.xml" Id="R64bfd95dc22f41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738a8d0bf49a0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3b0fb14d6c1d4763" /><Relationship Type="http://schemas.openxmlformats.org/officeDocument/2006/relationships/notesSlide" Target="/ppt/notesSlides/notesSlide8.xml" Id="R6ec3cdd928d640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c24a218ed4c04" /><Relationship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 Id="Reb194b3a583944ef" /><Relationship Type="http://schemas.openxmlformats.org/officeDocument/2006/relationships/notesSlide" Target="/ppt/notesSlides/notesSlide9.xml" Id="Rd1e24c5b317944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32cbb8df24e8f" /><Relationship Type="http://schemas.openxmlformats.org/officeDocument/2006/relationships/notesSlide" Target="/ppt/notesSlides/notesSlide10.xml" Id="R341c281d2f2a45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e988a5ee44dfc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046393e832d640c0" /><Relationship Type="http://schemas.openxmlformats.org/officeDocument/2006/relationships/notesSlide" Target="/ppt/notesSlides/notesSlide11.xml" Id="R745445ce036f4f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2672368f64cc8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65e5ffd3de384078" /><Relationship Type="http://schemas.openxmlformats.org/officeDocument/2006/relationships/notesSlide" Target="/ppt/notesSlides/notesSlide12.xml" Id="R7f2b882d7f5348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d4b34eda84272" /><Relationship Type="http://schemas.openxmlformats.org/officeDocument/2006/relationships/notesSlide" Target="/ppt/notesSlides/notesSlide13.xml" Id="R91e2d8288baa40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7feec2e3c4978" /><Relationship Type="http://schemas.openxmlformats.org/officeDocument/2006/relationships/hyperlink" Target="file:///Users/lijiajun/Documents/GitHub/python-document/capa.%20calculation/%E6%8E%92%E4%BA%A7%E6%A8%A1%E5%9E%8B/formal.html" TargetMode="External" Id="Rc864e50e7bb64e60" /><Relationship Type="http://schemas.openxmlformats.org/officeDocument/2006/relationships/notesSlide" Target="/ppt/notesSlides/notesSlide14.xml" Id="R2b8b4b33592745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0bbb8421a4be3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5a4673d059804188" /><Relationship Type="http://schemas.openxmlformats.org/officeDocument/2006/relationships/notesSlide" Target="/ppt/notesSlides/notesSlide15.xml" Id="Ra92b7305e2ce41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572a9a84f493f" /><Relationship Type="http://schemas.openxmlformats.org/officeDocument/2006/relationships/notesSlide" Target="/ppt/notesSlides/notesSlide16.xml" Id="Re0e7935d689347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038dc39b24f5f" /><Relationship Type="http://schemas.openxmlformats.org/officeDocument/2006/relationships/notesSlide" Target="/ppt/notesSlides/notesSlide17.xml" Id="R110c2206a2f74b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27c1adb074614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22ef88f33c62407e" /><Relationship Type="http://schemas.openxmlformats.org/officeDocument/2006/relationships/notesSlide" Target="/ppt/notesSlides/notesSlide18.xml" Id="R848e5447b56649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FB513-296D-4E18-9270-3CF84806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D6A78-BE73-4C56-9049-76094B13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7E805-AA32-4752-90D9-86F2D8B5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E2678-2547-4DAB-8FE5-3ACC0B3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6F003-955B-40F3-AE6B-9F9552B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18594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EBD76-6EF9-48CF-9B6E-644910DB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45B83-ADF5-4A8E-A23B-E6DCD98A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9DB6A-5C3E-4A33-9983-A99C884F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14E1A-0D61-4B77-8F05-BEEB7EF3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4FEEC-165E-4C72-95EA-BB5C62F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 CATL强化要求进一步补强。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CCBA1-061C-4A92-BE5D-E37FB10E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F00C9-449E-462B-9C6C-4C679DE1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CD985-13C9-416D-A106-CBAE40C3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0BD33-9791-4CF2-B6CE-33CEF8D8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9648C-069F-40C1-B248-1B31579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A3A8E-9A4F-48AF-882E-A6DCABF4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5339C-FCF4-4B7C-B665-B5143806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85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95884-3FB8-4F6E-8602-BBFA086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25038-C902-4CBB-B8D0-07959459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CBA13-F2CE-4162-92DD-07BB93C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4aeca642e40b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4ACCC-A5FF-4075-AE19-8210529A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9ED1F-02F0-4D3A-86AC-C344B7D8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6973F-F674-4398-9EC7-1F8C84AF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现场穿插：保留原系统/软件规划路径来源页，不删除</a:t>
            </a:r>
          </a:p>
        </p:txBody>
      </p:sp>
    </p:spTree>
    <p:extLst>
      <p:ext uri="{BB962C8B-B14F-4D97-AF65-F5344CB8AC3E}">
        <p14:creationId xmlns:p14="http://schemas.microsoft.com/office/powerpoint/2010/main" val="1878322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1E43E-B65E-403D-9138-2BD49BE1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F536-2D2A-48F4-AEBA-FAB26732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34EA8-8D8C-472A-B160-183E51BA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6F7B1-076B-4366-B7DB-8DF48A32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CFE85-4D23-4C8B-B87A-E486EDBB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CATL强化要求（浙江海威）带来的变化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189DA-D9BF-4099-92BA-586F1C2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EB332-D7B3-478F-B206-AB82A96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CA495-EC8E-4119-AE16-B45D9F77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39274-F6BD-42C1-B505-98EDF6D4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0C2FD-96D2-4FEC-84AA-D4FCB94E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22DEE-47BD-4891-AF5C-77D7F2F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5BFA5-460C-4030-B422-605F05FF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363E5-BA2C-44B9-819D-80ED0A8D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CATL强化要求（浙江海威）把功能清单推向过程控制要求。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C19B5-0E93-494B-995B-ED9A9E78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B027E-393A-4399-AA4C-0A98752A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D3852-1C8E-4790-86FA-E6EFDC32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B89CF-8BF7-4031-91D9-1C47380E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A0781-A3F1-4DAD-9907-ECECA54D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8C0B1-A999-4F32-A0AB-C2569D70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270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D4F02-9AB0-4F98-9D24-EDCE217E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C17AF-3943-4007-B002-BDD30D43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C21C7-9E5E-4936-8DEA-838C70E5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D2F85-9DD7-4C59-B581-A1161266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DD88D-3D19-4C39-8D8C-63529A2E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D7F8C-60CD-4421-8661-FB164FDE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5ADD1-36CF-4087-B0A9-84C7A7C3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C833B-A251-40F5-9949-CE0B0611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FB786-1A06-4DAC-8B57-A68B2816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5E95C-8F69-4DBB-A30A-6BE53F17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8EB8E-8024-49A5-A262-5283D18B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2C6D6-9D16-46A0-8F62-0DE452CC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9D522-EA7D-422A-A493-3F47994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3553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ABFB8-3FD0-45DE-822C-6A689DA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124A5-D8C0-43D7-8424-4487EF9B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48EF6-81BD-4EB0-A2C7-0E19E55C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11748-0B13-48A1-A13D-AF15F8E1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01B33-F71E-44FC-9021-6974EA38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948D9-F744-4917-A8C2-2AE11F08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3093C-6506-4A29-AA1C-B9F07F0F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90A9A-6D37-4067-85AD-1FAB4DCC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3067C-438C-4403-861C-EF8ABEE5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A811E-8621-4950-9559-F4AB95AB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76A3B-5465-4783-B56D-842CFADA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D4755-EA8E-4F64-A8B7-FA411F5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6D25F-31E7-4377-94B4-277E3BE1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68371-E015-4180-9190-719538B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69FFE-D843-4898-B84A-4F1E4E44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6D5D7-41E2-4FD6-A167-E2703E7A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F1BB8-FEFC-4B02-9463-2463C85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62627-ABE5-40AF-9269-11F3D56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483BA-13AE-47FC-BACE-807A76E5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97CBD-8600-4A93-ACBE-C1E68CCE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3490F-0CF3-4C66-9B97-0D0ED19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27BC0-B959-4573-A7C3-40750C16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C1047-ECF8-4607-AB3A-F480AEFF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BD5AA-ED0B-49F0-8BE9-83B3EB73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30038be738c14fea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78466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FF8D1-8076-4592-9307-E0C20301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D9D02-B5CB-4890-BD1C-BEF2C0B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803F5-6552-4A26-856D-0BEA59BE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4F1BE-7548-4E82-B85A-CFACD2F5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A1C8C-D224-4BCB-A65D-2E4C2FA6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16091-11AC-448E-B9EB-0918130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94E58-A303-4AA9-A531-4CAA8E2F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E2971-9180-4CF3-A90A-022B39EC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F5EC3-6A4C-469D-80F7-0CA00B93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DB5AE-424E-4CF1-B28D-811D866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E1B34-A6CC-4140-A93C-0F4D69FD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5E37C-F7CB-4795-819C-363E1CAB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F618B-DFE4-4BA7-AC35-AB7FCDA7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79CBD-8E08-4DE5-9D90-CCB99E46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21DF1-598A-489D-A51D-6B9211F3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DEEB1-BD6F-4A11-BC4D-05A52055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9C678-6171-4E1B-9E91-8E246D2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532CC-631A-4A7F-8C09-7C2173E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3B6D1-4BEC-48C7-BFAC-71E985FC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7ED94-46D4-4FE6-B88B-64E86097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58349-6991-459D-8F91-58C9CF92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B7BC3F-E337-47BA-A211-AD0B71AB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C3A4A-AC9A-4169-AF55-852EC4E5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9951A-3637-44EF-9346-B40EF99A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9F64B5-BE86-4698-AC27-9231969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E5A01-FEAD-430E-BEC5-3C132409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7584d0c4089f47b4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391922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0D70E-4832-4D3B-91EE-15739A1F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C0EAE-9EA4-4A1C-8789-C554568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7FA57-665B-4139-88B7-4B49201C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32831-5496-4EFD-9103-3601ED24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9E4F1-011A-4E68-8332-8FE9B22D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9A72C-4D47-4F4D-97C2-3BD8AAAA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31AB3-BA7F-49DC-8F19-8EC2759D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182D7-975E-405F-8134-492AC450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9AC25-A89D-4E92-AA9B-41ACC0CE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DB356-F043-4ADC-B1A1-66708BA6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F69D7-74CB-4F8E-90C1-6899FB29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33ADC-19E9-4CCA-BDF3-A8AD6FCD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9D3E2-4BCE-4434-B75D-26845A5B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3b0fb14d6c1d476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3468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16328-A54A-4443-8B41-290967EE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7E97C-D01A-47BE-B346-033AF336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DDC9B-6433-422F-A3E1-D3C6F020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5B379-268C-441B-905D-3427BFF3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249D0-6023-4654-9913-97201F1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29435-5600-4A65-A6A3-4CF59CA4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39A81-449A-4896-8D99-3B35CF3C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C4498-D94A-4ED3-9039-27E817EC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36900-8BB4-4A11-8E64-91FF2CC2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35B3E-20DD-4564-9B9A-5558DF31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74AB9-23F5-413A-B60B-A174CF79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0184F-7CC4-4F1A-9DD8-72D945C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B711C-47DB-4EB7-BDC7-F65425C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6F29A-9D90-4811-A899-461D6F1D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BCAFD-57B6-4FB5-A484-3159FC56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28A50-490F-4ADB-B363-5054F7C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69185-2C45-418D-A9D8-AE92FA21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 CATL强化要求（浙江海威），取决于 Planning、过程动作和数据反馈是否打通。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0B5EC-B6A2-4532-8D31-FD40C387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2EEC9-686C-460E-B096-4A6ACE8B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7CDFF-715C-4F5A-844C-0E94DA5E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eb194b3a583944ef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627551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7096C-5D2D-4A18-A7A0-DD3862F5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8087-EC9F-4C7C-9B15-8D933865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E1C04-0B3D-4EFE-8AA3-59F8D7DA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7ED85-049E-498D-B0C1-9EA789B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40631-AACC-45B6-BBDF-AEA230D3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5925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A99B4-F959-461B-9D89-A81F762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CF124-E02F-4936-9BB2-86B3AC8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810AA-C6A2-4099-9182-BAC134D3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5E302-61C8-46E5-BDF1-51D729E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2BFB0-F007-4179-BFFC-F1DA2BEA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13448-9DE1-4957-93D3-F7874597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DE045-4D4D-4E23-BB41-147F6669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477D1-25DF-45BC-AFBC-ED9F7312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F7BDE-B7DC-4F7D-BB3C-0F5DEBB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3F7F5-29E7-4921-95AD-F91BD9C4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AF1F2-E2E0-4BFE-BD8A-D78BC56A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BFFD6-4BB2-45CD-923C-90ABDE4C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37277-CAC4-41AA-B154-C0262C00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9D673-68E6-4B0A-B88D-1377D557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27910-EA15-4ABA-ACD9-AA726766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046393e832d640c0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108357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EB628-2C89-4F63-8701-1DE7C9D1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A4F0D-FB1F-431B-8B76-8A0347B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B7AC2-2130-46ED-93C9-4C475296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0A652-2002-4108-BE0F-4A182CF6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66EE7-AFB9-4CF3-A33D-4A2C6074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BB210-98FA-47ED-ABF8-31E33D71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67EBE-35E2-4359-911F-FD9E52F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68DDD-7F43-46EF-A5C3-7B6AB5FD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98455-BDC2-4197-AA3B-0A803CAD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42401-5FD5-4968-A239-65CAEB65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4862D-6628-488D-9A4E-6B7E922D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AFCB8-7101-41EC-93B3-A049AE91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53D3E-EFCD-4FC9-803A-1D88B51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65e5ffd3de384078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191577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58E3F-B418-4805-9756-B26D5347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58A52-EF90-4E90-839C-CC8F42A7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9A9BE-FDA6-4031-94F3-705CBF84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DED5D-2080-46C8-8670-25ECA7AF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32862-773F-4C6A-94D1-C3869DDC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031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0FC8D3-E4E6-43DD-A802-96E2B44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5B631-034B-460F-9795-56A88E3C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C7647-8327-4D3A-8DE9-54192374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AC114-7138-4E07-A574-34A987A8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23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1D 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48BEE-6746-4874-A839-B8A7F83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28875"/>
            <a:ext cx="1123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BB281-F791-45E9-B4F8-EC0F3D74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28875"/>
            <a:ext cx="1123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小时级基准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9363D-C4E0-4CD5-B7FB-ACD029DB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28875"/>
            <a:ext cx="1123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DAA9D-2866-4A4D-8A7D-2861F28F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28875"/>
            <a:ext cx="1123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B13B1-6875-4EB0-ABFC-A10EB532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28875"/>
            <a:ext cx="1123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DD3F2-49C9-4C47-A1D9-2D91BCDE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28875"/>
            <a:ext cx="1123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AEAD7-993A-4F33-A6D7-655320CA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28875"/>
            <a:ext cx="1123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524000" y="27051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27051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27051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10250" y="27051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27051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67750" y="27051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096500" y="27051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3D002-C42E-47BB-95E9-4B12E889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小时级计划基准不是把 ERP 日计划简单拆细，而是先把 CT、SA、setup、planned stop 与 R&amp;R 观察校准成 Planning 可用约束。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F779E-A93E-46EE-AE3B-E159D88C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CC1A4-7405-42CB-93F6-0986B7AA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66838-9A4A-419C-BE4A-55D2249B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c864e50e7bb64e60"/>
              </a:rPr>
              <a:t>现场穿插：Planning 参数校准工具</a:t>
            </a:r>
          </a:p>
        </p:txBody>
      </p:sp>
    </p:spTree>
    <p:extLst>
      <p:ext uri="{BB962C8B-B14F-4D97-AF65-F5344CB8AC3E}">
        <p14:creationId xmlns:p14="http://schemas.microsoft.com/office/powerpoint/2010/main" val="392441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59D2F-983D-4DC8-9EA8-EDF86ABD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3E625-612A-4980-9641-E70C6345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C5295-23D3-4EB7-AD11-BAC96128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688EF-6DFC-4862-949B-7702BCD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472E5-C3AE-4C7F-9ABA-829EFA02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FCD76-44B9-4105-96DC-641F55E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EEDDC-FFA4-4EFA-A60F-9B11FF7A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C889D-1B67-49CA-8979-6FAB668C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E5FFE-D689-4E7A-9C7D-5AB53695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DB312-19FC-4E22-B099-33C9B44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6EF3E-7D75-4B71-81D4-5206219E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6B6A6-F5FA-4CC4-B883-07E5559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00EF8-D624-423A-80A6-8B9F293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F8A66-270B-4131-A1D0-980AFB3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26B47-CB00-4803-B046-22B049F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DCB55-1255-484E-B537-EF83A2B8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24FA7-5B2C-4D40-ACD3-D8526F43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79A33-C575-4D81-A13B-5D57BB3E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E9515-452A-4646-8397-20047E4F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05D7B-3B4D-473B-99C7-5F97A4E0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5a4673d059804188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649478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543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4655E-CF1C-4F37-9A32-0456FFD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ECB8E-8948-42B1-8359-9027C955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D7773-8F89-4671-8B6E-FC9A47B4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9EC2C-13A3-4E04-B3FA-C1F6C003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4CAAB-39ED-4119-AC25-B738B7B2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EE386-6A3F-4877-9F61-990DD015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211F4-56DF-46D9-8B2F-F4E45818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DBEBA-85B9-449A-BFF9-68781903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3AE8C-07D2-4C86-A341-0435751F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27F0D-77B6-4C1A-BD81-1A12D1DB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DEC20-F07F-4FC3-808E-3F3AE278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76E16-F9BF-4570-B2F1-7A714EEA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37739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1726F-8BE7-42A6-B79A-2163086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9C3B4-2ED5-44CA-95D1-4A8291DB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9145B-7B8D-4273-B8B5-D5EB2BE0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CFC1D-20EB-47A3-BDF2-D2C14F74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C9372-2849-4FA7-B8F4-0E53AA55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26109-5AD0-48CB-BB40-33D27CCC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99D81-97ED-4B35-9A6B-2DE20259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78661-2F2D-4E3E-9522-CF80DE3E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0E56D-6DE9-4E3E-A01F-5DDF081A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参数校准、小时级计划基准、拉动物流、replan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D562C-458B-46DC-8178-A10C2697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8439E-3229-4B2E-9AF3-66D0789A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3041B-5478-4F35-8A00-2B3387AB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2BA97-39B9-4959-BF6A-5F146051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02459-5151-4B26-9021-1AA9DEB2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67B84-0891-4A3A-9CB1-F05B4055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22ef88f33c62407e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387472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2026-09-21T01:42:31.4430000Z</dcterms:created>
  <dcterms:modified xsi:type="dcterms:W3CDTF">2026-09-21T01:42:31.4430000Z</dcterms:modified>
</coreProperties>
</file>