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15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这一版以人才和方法成长为主线。先评估并转型现有人员，进入现场解决问题；六至十二个月形成协同与收益核算；一至二年沉淀标准；二至三年集团骨干派驻基地；成熟后人员轮换、体系与 IE 进入数字平台能力。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计划人员需要懂需求、产能、物料、库存、交付、现场约束和软件边界。仓储实物流人员需要理解布局、作业方案、人员设备能力及现场风险。两类人员原则上由集团培养后派驻基地，未来轮换并培养本地团队。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现有信息化岗位按系统模块分工，未来需要以业务目的和收益定义系统功能。数字化业务人员进入现场、找数据采集点；开发集成人员理解接口、测试、发布、稳定性与回退；IE 与体系把精益动作和客户控制点带入业务模型。AI 辅助开发，但不替代架构、安全和验证责任。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集团保留计划方法、供应链体系、客户要求与指标口径。各基地承担人员、资源、仓储物流和现场执行。派驻计划及仓储物流骨干实线向基地 leader 汇报，虚线接受集团供应链业务支持与指标统一。派驻人员原则上从集团相关团队培养调配。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年后组织进一步收拢有前提：数字化铺设基本成型，数据质量、平台稳定性、现场使用与人员能力成熟。约五人融合型数字化团队是验证设想，其中至少两人具备协同全系统运作的能力。基地仍负责现场执行，集团保留跨基地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从现场到全球：能力按五步生长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计划／信息流、实物流、数字化、体系与 IE 同步进入真实业务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8613648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5672" y="6574536"/>
            <a:ext cx="338328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4233672"/>
            <a:ext cx="2029968" cy="12527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445312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看见现场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503834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3739896"/>
            <a:ext cx="2029968" cy="12527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395935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协同核算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08376" y="454456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48072" y="3246120"/>
            <a:ext cx="2029968" cy="12527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346557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沉淀标准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76088" y="405079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1～2年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15784" y="2752344"/>
            <a:ext cx="2029968" cy="12527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97180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43800" y="3557016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2～3年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83496" y="2258568"/>
            <a:ext cx="2029968" cy="125272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1512" y="2478024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平台融合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11512" y="30632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3年后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1783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组织补位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79976" y="186537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9744" y="17830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现场能力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927848" y="186537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48472" y="1783080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全球复制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" y="611733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前期通过宁德先导验证收益；未来阶段以基地项目节点和能力成熟为前提。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两种人才，组成一个运营闭环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计划指令必须有物料动作与实际产出的反馈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55648"/>
            <a:ext cx="4828032" cy="223113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1226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4224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 · 产能 · 库存 · 交付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47688" y="1755648"/>
            <a:ext cx="4828032" cy="223113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1226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949440" y="2944368"/>
            <a:ext cx="42245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库位 · 搬运 · 配送 · 现场风险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42432" y="24505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42432" y="28529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28032"/>
            <a:ext cx="10789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共同交付结果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54955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计划可执行  →  物料准时到位  →  实际产出反馈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数字化从系统维护走向现场建模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业务人员与工程人员双向培养，IE 提供现场动作事实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65376"/>
            <a:ext cx="2587752" cy="207568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现场动作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IE／仓储测量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1865376"/>
            <a:ext cx="2587752" cy="207568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21284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数字采集点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299008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数据真实可信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62472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36792" y="1865376"/>
            <a:ext cx="2587752" cy="207568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21284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业务规则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01384" y="299008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计划与体系定义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24544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98864" y="1865376"/>
            <a:ext cx="2587752" cy="20756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221284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软件＋AI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63456" y="2990088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开发集成落地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544568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828032"/>
            <a:ext cx="5449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数字化业务：懂现场用途与价值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81344" y="4828032"/>
            <a:ext cx="5385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开发集成：懂接口、稳定性与回退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" y="56784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系统动作应服务现场人员，并最终改变过程绩效。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集团培养骨干，基地负责现场执行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方法统一，决策贴近现场；墨西哥与罗马尼亚按项目进度推进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609344"/>
            <a:ext cx="3959352" cy="105156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1938528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集团：规则 · 指标 · 培训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089904" y="2651760"/>
            <a:ext cx="0" cy="1051560"/>
          </a:xfrm>
          <a:prstGeom prst="line">
            <a:avLst/>
          </a:prstGeom>
          <a:noFill/>
          <a:ln w="12700">
            <a:solidFill>
              <a:srgbClr val="2CA4D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9224" y="3703320"/>
            <a:ext cx="3438144" cy="131673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3904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国内基地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3816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验证与培养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9904" y="2651760"/>
            <a:ext cx="27432" cy="1051560"/>
          </a:xfrm>
          <a:prstGeom prst="line">
            <a:avLst/>
          </a:prstGeom>
          <a:noFill/>
          <a:ln w="12700">
            <a:solidFill>
              <a:srgbClr val="2CA4D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398264" y="3703320"/>
            <a:ext cx="3438144" cy="131673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3904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墨西哥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62856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派驻与本地带教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9904" y="2651760"/>
            <a:ext cx="3776472" cy="1051560"/>
          </a:xfrm>
          <a:prstGeom prst="line">
            <a:avLst/>
          </a:prstGeom>
          <a:noFill/>
          <a:ln w="12700">
            <a:solidFill>
              <a:srgbClr val="2CA4D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147304" y="3703320"/>
            <a:ext cx="3438144" cy="131673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3904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罗马尼亚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11896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随项目节点推进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04104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5650992"/>
            <a:ext cx="5120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基地负责人直线管理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9944" y="5650992"/>
            <a:ext cx="5056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集团供应链虚线支持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最终形态：强基地、可轮换、平台复用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集团减少重复协调，保留跨基地治理与升级责任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55648"/>
            <a:ext cx="3675888" cy="213969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8483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77824" y="2953512"/>
            <a:ext cx="3172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现场执行 · 人员轮换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61518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90288" y="1755648"/>
            <a:ext cx="2999232" cy="213969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208483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融合团队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91456" y="295351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 + 开发 + 体系 + 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44384" y="2615184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09560" y="1755648"/>
            <a:ext cx="3675888" cy="213969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208483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集团平台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65592" y="2953512"/>
            <a:ext cx="31638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规则 · 追溯 · AI 支持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453128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7640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验证门槛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33472" y="4700016"/>
            <a:ext cx="8915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数据质量  /  系统稳定  /  现场使用  /  自主交付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1792" y="5687568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约5人团队和至少2人协同全系统运作，均为能力验证设想。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Macintosh PowerPoint</Application>
  <PresentationFormat>宽屏</PresentationFormat>
  <Paragraphs>83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Hiragino Sans GB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简约版 C｜能力生长与全球复制</dc:title>
  <dc:subject>海威作业一｜CEO讲解简约版</dc:subject>
  <dc:creator>Codex</dc:creator>
  <cp:lastModifiedBy>Li Jiajun</cp:lastModifiedBy>
  <cp:revision>2</cp:revision>
  <dcterms:created xsi:type="dcterms:W3CDTF">2026-09-30T11:33:39Z</dcterms:created>
  <dcterms:modified xsi:type="dcterms:W3CDTF">2026-09-30T11:46:24Z</dcterms:modified>
</cp:coreProperties>
</file>