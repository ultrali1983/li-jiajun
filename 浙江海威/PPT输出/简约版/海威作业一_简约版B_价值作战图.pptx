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 CEO 的第一句话：希望承担集团供应链与数字化责任，让信息流在实际产出与物料流中兑现。目标不是增加系统数量，而是推动交付、成本与库存现金的可验证改善。宁德项目作为先导。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集团供应链与数字化拟负责计划、仓储实物流、信息化能力与体系。运营 VP 保持制造执行责任。双方约定产出、计划、质量、异常升级的共同指标。IE 前期项目协作，组织归属待 CEO 讨论。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宁德项目的切入点是时间开动率及其损失结构。把设备状态、可用时间、节拍、实际产出、合格产出和交付放到同一时间线上。故障、等待、报废与作业损伤的占比需通过现场采集与核算确认，现阶段不在简约版展示未经验证的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零至三个月建立原产出、损失、成本和库存基线。三至六个月观察宁德改善及经济收益方向。第六个月后按业务和财务口径核算真实收益；后续基地分别建立基线。增量贡献、成本节约、库存现金释放不能混为同一类利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此页用于与 CEO 对齐关键决策，而不是提出已批准的编制。首先明确集团供应链与数字化负责人与运营 VP 的边界；其次确认 IE 作为项目协作资源进入先导项目，后续讨论组织归属；第三明确宁德项目的基线、数据和财务核算责任。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让 CEO 一眼看见三类经营结果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组织调整的价值，要在交付、成本和现金中兑现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256264" y="3840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74536"/>
            <a:ext cx="8613648" cy="283464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05672" y="6574536"/>
            <a:ext cx="3383280" cy="283464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37360"/>
            <a:ext cx="3429000" cy="2852928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011680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交付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41248" y="2953512"/>
            <a:ext cx="3008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产出更稳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41248" y="3803904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客户可见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98264" y="1737360"/>
            <a:ext cx="3429000" cy="2852928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2011680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成本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99432" y="2953512"/>
            <a:ext cx="3008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损失更少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599432" y="3803904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现场可证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56448" y="1737360"/>
            <a:ext cx="3429000" cy="2852928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7616" y="2011680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现金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357616" y="2953512"/>
            <a:ext cx="3008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库存更轻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357616" y="3803904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财务可核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11091672" cy="0"/>
          </a:xfrm>
          <a:prstGeom prst="line">
            <a:avLst/>
          </a:prstGeom>
          <a:noFill/>
          <a:ln w="11430">
            <a:solidFill>
              <a:srgbClr val="DCE6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385816"/>
            <a:ext cx="10908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先从宁德项目验证，再把方法复制到各基地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管理边界：谁负责什么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制造执行与集团供应链／数字化形成一套共同指标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256264" y="3840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74536"/>
            <a:ext cx="3794760" cy="283464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50208" y="6574536"/>
            <a:ext cx="8238744" cy="283464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810512"/>
            <a:ext cx="5056632" cy="1920240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2084832"/>
            <a:ext cx="4462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运营 VP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69264" y="2862072"/>
            <a:ext cx="4462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生产现场 · 资源 · 实际产出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37376" y="1810512"/>
            <a:ext cx="5056632" cy="1920240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9984" y="2084832"/>
            <a:ext cx="4471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集团供应链与数字化（拟）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729984" y="2862072"/>
            <a:ext cx="44714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计划／信息流 · 实物流 · 系统能力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733288" y="2770632"/>
            <a:ext cx="694944" cy="0"/>
          </a:xfrm>
          <a:prstGeom prst="line">
            <a:avLst/>
          </a:prstGeom>
          <a:noFill/>
          <a:ln w="25400">
            <a:solidFill>
              <a:srgbClr val="88C2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4014216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共同指标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444752" y="4590288"/>
            <a:ext cx="4224528" cy="740664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81912" y="4754880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供应链体系  ·  规则和控制点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64808" y="4590288"/>
            <a:ext cx="4224528" cy="740664"/>
          </a:xfrm>
          <a:prstGeom prst="rect">
            <a:avLst/>
          </a:prstGeom>
          <a:solidFill>
            <a:srgbClr val="FFFFFF"/>
          </a:solidFill>
          <a:ln w="12700">
            <a:solidFill>
              <a:srgbClr val="88C2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1968" y="4754880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IE（待讨论）  ·  现场动作验证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6656" y="57607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IE 前期以项目协作加入，组织归属待 CEO 讨论。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宁德先导：从时间损失切入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抓现场事实，先把计划、设备与产出对上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256264" y="3840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74536"/>
            <a:ext cx="3794760" cy="283464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50208" y="6574536"/>
            <a:ext cx="8238744" cy="283464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901952"/>
            <a:ext cx="2606040" cy="2048256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2267712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可用时间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58952" y="3035808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设备状态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18688" y="2688336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8C22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474720" y="1901952"/>
            <a:ext cx="2606040" cy="2048256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1024" y="2267712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实际产出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621024" y="3035808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节拍达成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80760" y="2688336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8C22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336792" y="1901952"/>
            <a:ext cx="2606040" cy="2048256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83096" y="2267712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合格产出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483096" y="3035808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质量损失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42832" y="2688336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8C22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198864" y="1901952"/>
            <a:ext cx="2606040" cy="2048256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45168" y="2267712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客户交付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345168" y="3035808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工单兑现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507992"/>
            <a:ext cx="11091672" cy="0"/>
          </a:xfrm>
          <a:prstGeom prst="line">
            <a:avLst/>
          </a:prstGeom>
          <a:noFill/>
          <a:ln w="11430">
            <a:solidFill>
              <a:srgbClr val="DCE6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4928616"/>
            <a:ext cx="3291840" cy="448056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" y="4965192"/>
            <a:ext cx="31821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设备故障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443984" y="4928616"/>
            <a:ext cx="3291840" cy="448056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98848" y="4965192"/>
            <a:ext cx="31821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现场等待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110728" y="4928616"/>
            <a:ext cx="3291840" cy="448056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65592" y="4965192"/>
            <a:ext cx="31821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报废与损伤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7240" y="58155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损失分类和实际贡献由现场数据确认。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收益何时出现，何时确认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把改善与财务核算分开表达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256264" y="3840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74536"/>
            <a:ext cx="3794760" cy="283464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50208" y="6574536"/>
            <a:ext cx="8238744" cy="283464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865376"/>
            <a:ext cx="2578608" cy="1993392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157984"/>
            <a:ext cx="2249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0～3月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86384" y="2907792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建基线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0" y="2642616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8C22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474720" y="1865376"/>
            <a:ext cx="2578608" cy="1993392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2157984"/>
            <a:ext cx="2249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3～6月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639312" y="2907792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先导改善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53328" y="2642616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8C22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327648" y="1865376"/>
            <a:ext cx="2578608" cy="1993392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157984"/>
            <a:ext cx="2249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6～12月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6492240" y="2907792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正式核算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906256" y="2642616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8C22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180576" y="1865376"/>
            <a:ext cx="2578608" cy="1993392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45168" y="2157984"/>
            <a:ext cx="2249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1～3年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9345168" y="2907792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跨基地复制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4526280"/>
            <a:ext cx="11091672" cy="0"/>
          </a:xfrm>
          <a:prstGeom prst="line">
            <a:avLst/>
          </a:prstGeom>
          <a:noFill/>
          <a:ln w="11430">
            <a:solidFill>
              <a:srgbClr val="DCE6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484632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核算口径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2432304" y="4800600"/>
            <a:ext cx="9061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增量贡献  +  实际成本节约  +  库存现金释放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21792" y="57424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各基地单独建基线；校正业务条件并扣除投入。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请 CEO 确认三个落地边界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先把责任和试点条件定清楚，再根据实际工作量确定编制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256264" y="3840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74536"/>
            <a:ext cx="3794760" cy="283464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50208" y="6574536"/>
            <a:ext cx="8238744" cy="283464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673352"/>
            <a:ext cx="10872216" cy="1051560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911096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911096" y="1892808"/>
            <a:ext cx="21214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集团责任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133088" y="1938528"/>
            <a:ext cx="70134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计划／信息流、实物流、数字化的管理边界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" y="2971800"/>
            <a:ext cx="10872216" cy="1051560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209544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911096" y="3191256"/>
            <a:ext cx="21214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IE 协作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133088" y="3236976"/>
            <a:ext cx="70134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先入项目，归属在验证后讨论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8368" y="4270248"/>
            <a:ext cx="10872216" cy="1051560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507992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911096" y="4489704"/>
            <a:ext cx="21214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收益验证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133088" y="4535424"/>
            <a:ext cx="70134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宁德先导的共同基线与财务口径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6656" y="58887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岗位和人数是能力配置设想，先评估存量人员，再确定转型与增补。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简约版 B｜价值作战图</dc:title>
  <dc:subject>海威作业一｜CEO讲解简约版</dc:subject>
  <dc:creator>Codex</dc:creator>
  <cp:lastModifiedBy>Codex</cp:lastModifiedBy>
  <cp:revision>1</cp:revision>
  <dcterms:created xsi:type="dcterms:W3CDTF">2026-09-30T11:33:39Z</dcterms:created>
  <dcterms:modified xsi:type="dcterms:W3CDTF">2026-09-30T11:33:39Z</dcterms:modified>
</cp:coreProperties>
</file>