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集团供应链与数字化职能拟承接计划、仓储物流和信息化。制造执行继续由运营 VP 管理。供应链体系需逐步建立，IE 前期以项目协作参与，正式归属待讨论。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宁德项目作为先导。前三个月确认原状态产出、时间、质量、库存等基线，同时梳理组织边界、数据采集与作业机制。三至六个月观察时间开动率、质量和作业损失变化。经济收益应与业务和财务共同核算，不在此页承诺确定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第六个月后使用真实运行数据正式核算。增量贡献、实际成本节约和库存现金释放分别列示。要校正需求、产品结构、班次等业务条件变化，并扣除实施投入。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国内先导沉淀业务规则、数据标准、软件配置与培训验证方法。计划与仓储实物流骨干原则上从集团培养后派驻基地。驻基地人员实线向基地 leader 汇报，虚线接受集团供应链的业务支持与指标统一。海外进度取决于项目实际节点。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年后的组织收拢是条件性设想，不是已批准编制。以至少约五人的融合型数字化团队验证自主搭建、配置、开发、维护能力；团队总人数中至少两人能协同支持全系统运作。基地继续负责现场执行，集团保留跨基地决策、治理与升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组织补位，先让运营闭环跑起来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集团供应链与数字化统筹信息流和实物流；运营 VP 负责制造执行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8613648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05672" y="6574536"/>
            <a:ext cx="338328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627632"/>
            <a:ext cx="5340096" cy="232257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88366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 VP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0976" y="25237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制造执行 · 现场资源 · 实际产出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40096" cy="2322576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83664"/>
            <a:ext cx="47457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集团供应链与数字化负责人（拟）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92240" y="2532888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计划／信息流 · 仓储／实物流 · 数字化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108960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供应链体系；IE 项目协作（归属待讨论）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42885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唯一主线：信息流要在实物流中兑现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12648" y="4837176"/>
            <a:ext cx="1975104" cy="6858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49286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客户需求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87752" y="501091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852928" y="4837176"/>
            <a:ext cx="1975104" cy="6858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62656" y="49286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计划指令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501091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093208" y="4837176"/>
            <a:ext cx="1975104" cy="685800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2936" y="49286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生产与物料动作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68312" y="501091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33488" y="4837176"/>
            <a:ext cx="1975104" cy="6858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49286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现场数据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8592" y="501091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573768" y="4837176"/>
            <a:ext cx="1975104" cy="6858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83496" y="49286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修正计划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1792" y="596188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组织人数与 IE 归属以现状评估和 CEO 讨论为准。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0～6个月：宁德项目先导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先建立可比基线，再用真实现场改善验证经济收益方向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73352"/>
            <a:ext cx="3246120" cy="67665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64792"/>
            <a:ext cx="3026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0～3个月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21792" y="26334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原状态基线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" y="31912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产出 · 时间损失 · 报废 · 库存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96512" y="2834640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17720" y="1673352"/>
            <a:ext cx="3246120" cy="676656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764792"/>
            <a:ext cx="3026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3～6个月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26334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宁德先导改善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31912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机制运行 · 工具上线 · 现场反馈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56448" y="2834640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59368" y="1673352"/>
            <a:ext cx="2889504" cy="67665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69096" y="176479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可见变化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8659368" y="2633472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实物流与产出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59368" y="3191256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用同一口径与基线比较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453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重点观察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4965192"/>
            <a:ext cx="3429000" cy="731520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05663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时间开动率 ↑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70832" y="4965192"/>
            <a:ext cx="3429000" cy="73152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505663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质量损失 ↓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119872" y="4965192"/>
            <a:ext cx="3429000" cy="73152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505663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作业损伤 ↓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第6个月起：把改善变成经营结果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原状态与改进状态比较，由业务和财务共同核算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792224"/>
            <a:ext cx="3429000" cy="201168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2140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增量贡献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" y="2962656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更高的合格产出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70832" y="1792224"/>
            <a:ext cx="3429000" cy="2011680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12140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实际成本节约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0288" y="2962656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更少的等待与损失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19872" y="1792224"/>
            <a:ext cx="3429000" cy="201168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212140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库存现金释放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39328" y="2962656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更快的物料周转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4681728"/>
            <a:ext cx="34290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73168"/>
            <a:ext cx="32095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基线对比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41648" y="4846320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370832" y="4681728"/>
            <a:ext cx="34290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773168"/>
            <a:ext cx="32095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校正条件变化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90688" y="4846320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119872" y="4681728"/>
            <a:ext cx="34290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4773168"/>
            <a:ext cx="32095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扣除实施投入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1792" y="5843016"/>
            <a:ext cx="10972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不把库存现金释放与利润节约混同；分别列示。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1～3年：先沉淀方法，再复制到基地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海外推进时间服从项目节点，不等待国内阶段结束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764792"/>
            <a:ext cx="5294376" cy="317296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29968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1～2年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67919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集团形成复制包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32735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业务规则 + 数据标准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软件配置 + 培训验证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1888" y="2880360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0216" y="1764792"/>
            <a:ext cx="5257800" cy="3172968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0256" y="2029968"/>
            <a:ext cx="4526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2～3年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20256" y="267919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集团骨干驻基地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0256" y="32735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墨西哥 · 罗马尼亚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基地直线管理，集团统一方法与指标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5586984"/>
            <a:ext cx="4983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集团定规则与支持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0216" y="5586984"/>
            <a:ext cx="5212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基地做现场决策与执行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3年后：人员轮换，平台承接共性能力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前提是数字化覆盖、数据质量和系统稳定性达到运行要求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755648"/>
            <a:ext cx="3429000" cy="2432304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075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基地骨干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2104" y="291693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国内外轮换与晋升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69080" y="2706624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70832" y="1755648"/>
            <a:ext cx="3429000" cy="2432304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2075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融合团队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91693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 + 开发 + 体系 + IE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18120" y="2706624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19872" y="1755648"/>
            <a:ext cx="3429000" cy="2432304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075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集团平台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30184" y="291693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规则 · 追溯 · AI 决策支持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645152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9834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约5人融合团队（能力验证设想）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9944" y="498348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至少2人能协同支持全系统运作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21792" y="5650992"/>
            <a:ext cx="10972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基地仍负责现场执行；集团保留跨基地决策与治理。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简约版 A｜时间推进路径</dc:title>
  <dc:subject>海威作业一｜CEO讲解简约版</dc:subject>
  <dc:creator>Codex</dc:creator>
  <cp:lastModifiedBy>Codex</cp:lastModifiedBy>
  <cp:revision>1</cp:revision>
  <dcterms:created xsi:type="dcterms:W3CDTF">2026-09-30T11:33:39Z</dcterms:created>
  <dcterms:modified xsi:type="dcterms:W3CDTF">2026-09-30T11:33:39Z</dcterms:modified>
</cp:coreProperties>
</file>