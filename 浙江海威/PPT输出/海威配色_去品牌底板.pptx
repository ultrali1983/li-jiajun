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779008"/>
            <a:ext cx="8503920" cy="566928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33104" y="5779008"/>
            <a:ext cx="3355848" cy="566928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30768" y="5760720"/>
            <a:ext cx="438912" cy="603504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01384"/>
            <a:ext cx="3904488" cy="356616"/>
          </a:xfrm>
          <a:prstGeom prst="rect">
            <a:avLst/>
          </a:prstGeom>
          <a:solidFill>
            <a:srgbClr val="88C22F"/>
          </a:solidFill>
          <a:ln w="12700">
            <a:solidFill>
              <a:srgbClr val="88C22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233672" y="6501384"/>
            <a:ext cx="7955280" cy="356616"/>
          </a:xfrm>
          <a:prstGeom prst="rect">
            <a:avLst/>
          </a:prstGeom>
          <a:solidFill>
            <a:srgbClr val="2CA4D9"/>
          </a:solidFill>
          <a:ln w="12700">
            <a:solidFill>
              <a:srgbClr val="2CA4D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831336" y="6483096"/>
            <a:ext cx="438912" cy="393192"/>
          </a:xfrm>
          <a:prstGeom prst="parallelogram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五阶段讨论｜无品牌底板</dc:title>
  <dc:subject>白底、天蓝与草绿的无品牌演示底板</dc:subject>
  <dc:creator>Codex</dc:creator>
  <cp:lastModifiedBy>Codex</cp:lastModifiedBy>
  <cp:revision>1</cp:revision>
  <dcterms:created xsi:type="dcterms:W3CDTF">2026-09-30T06:57:32Z</dcterms:created>
  <dcterms:modified xsi:type="dcterms:W3CDTF">2026-09-30T06:57:32Z</dcterms:modified>
</cp:coreProperties>
</file>