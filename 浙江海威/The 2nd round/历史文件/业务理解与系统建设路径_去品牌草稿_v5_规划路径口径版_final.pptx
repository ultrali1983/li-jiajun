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37ec9504f4c9f" /><Relationship Type="http://schemas.openxmlformats.org/officeDocument/2006/relationships/extended-properties" Target="/docProps/app.xml" Id="R5ff3319bd7734740" /><Relationship Type="http://schemas.openxmlformats.org/officeDocument/2006/relationships/officeDocument" Target="/ppt/presentation.xml" Id="R719c07ebcb40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118f1581c4ad1"/>
  </p:sldMasterIdLst>
  <p:notesMasterIdLst>
    <p:notesMasterId xmlns:r="http://schemas.openxmlformats.org/officeDocument/2006/relationships" r:id="Rf9730c3bccee4485"/>
  </p:notesMasterIdLst>
  <p:sldIdLst>
    <p:sldId xmlns:r="http://schemas.openxmlformats.org/officeDocument/2006/relationships" id="256" r:id="Rd56729f3ffe34af0"/>
    <p:sldId xmlns:r="http://schemas.openxmlformats.org/officeDocument/2006/relationships" id="257" r:id="R65ffb8f143eb47b4"/>
    <p:sldId xmlns:r="http://schemas.openxmlformats.org/officeDocument/2006/relationships" id="258" r:id="Rf11702c5af954afe"/>
    <p:sldId xmlns:r="http://schemas.openxmlformats.org/officeDocument/2006/relationships" id="259" r:id="R064c8145c1a2450a"/>
    <p:sldId xmlns:r="http://schemas.openxmlformats.org/officeDocument/2006/relationships" id="260" r:id="R9ee5a63916bc471f"/>
    <p:sldId xmlns:r="http://schemas.openxmlformats.org/officeDocument/2006/relationships" id="261" r:id="R796c4fc545274fbf"/>
    <p:sldId xmlns:r="http://schemas.openxmlformats.org/officeDocument/2006/relationships" id="262" r:id="Rcf5b6c4b379f4f80"/>
    <p:sldId xmlns:r="http://schemas.openxmlformats.org/officeDocument/2006/relationships" id="263" r:id="Ra9369fa2db384c19"/>
    <p:sldId xmlns:r="http://schemas.openxmlformats.org/officeDocument/2006/relationships" id="264" r:id="R0710f252bf244018"/>
    <p:sldId xmlns:r="http://schemas.openxmlformats.org/officeDocument/2006/relationships" id="265" r:id="R827ed5c318754cfa"/>
    <p:sldId xmlns:r="http://schemas.openxmlformats.org/officeDocument/2006/relationships" id="266" r:id="Rce8c050c260f4236"/>
    <p:sldId xmlns:r="http://schemas.openxmlformats.org/officeDocument/2006/relationships" id="267" r:id="Ra60ccd4009e049b5"/>
    <p:sldId xmlns:r="http://schemas.openxmlformats.org/officeDocument/2006/relationships" id="268" r:id="R964ae8a6740c4f94"/>
    <p:sldId xmlns:r="http://schemas.openxmlformats.org/officeDocument/2006/relationships" id="269" r:id="R7b3bc725220449c5"/>
    <p:sldId xmlns:r="http://schemas.openxmlformats.org/officeDocument/2006/relationships" id="270" r:id="R72acfa5992e64a64"/>
    <p:sldId xmlns:r="http://schemas.openxmlformats.org/officeDocument/2006/relationships" id="271" r:id="R18ecbe67bda94fb4"/>
    <p:sldId xmlns:r="http://schemas.openxmlformats.org/officeDocument/2006/relationships" id="272" r:id="R503cf63cdc1a4192"/>
    <p:sldId xmlns:r="http://schemas.openxmlformats.org/officeDocument/2006/relationships" id="273" r:id="R708643375934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6b71b286345a1" /><Relationship Type="http://schemas.openxmlformats.org/officeDocument/2006/relationships/slideMaster" Target="/ppt/slideMasters/slideMaster1.xml" Id="Rcb0118f1581c4ad1" /><Relationship Type="http://schemas.openxmlformats.org/officeDocument/2006/relationships/notesMaster" Target="/ppt/notesMasters/notesMaster1.xml" Id="Rf9730c3bccee4485" /><Relationship Type="http://schemas.openxmlformats.org/officeDocument/2006/relationships/presProps" Target="/ppt/presProps.xml" Id="Rdd30d04dfc4247d2" /><Relationship Type="http://schemas.openxmlformats.org/officeDocument/2006/relationships/tableStyles" Target="/ppt/tableStyles.xml" Id="R6e6e362693a74a65" /><Relationship Type="http://schemas.openxmlformats.org/officeDocument/2006/relationships/slide" Target="/ppt/slides/slide1.xml" Id="Rd56729f3ffe34af0" /><Relationship Type="http://schemas.openxmlformats.org/officeDocument/2006/relationships/slide" Target="/ppt/slides/slide2.xml" Id="R65ffb8f143eb47b4" /><Relationship Type="http://schemas.openxmlformats.org/officeDocument/2006/relationships/slide" Target="/ppt/slides/slide3.xml" Id="Rf11702c5af954afe" /><Relationship Type="http://schemas.openxmlformats.org/officeDocument/2006/relationships/slide" Target="/ppt/slides/slide4.xml" Id="R064c8145c1a2450a" /><Relationship Type="http://schemas.openxmlformats.org/officeDocument/2006/relationships/slide" Target="/ppt/slides/slide5.xml" Id="R9ee5a63916bc471f" /><Relationship Type="http://schemas.openxmlformats.org/officeDocument/2006/relationships/slide" Target="/ppt/slides/slide6.xml" Id="R796c4fc545274fbf" /><Relationship Type="http://schemas.openxmlformats.org/officeDocument/2006/relationships/slide" Target="/ppt/slides/slide7.xml" Id="Rcf5b6c4b379f4f80" /><Relationship Type="http://schemas.openxmlformats.org/officeDocument/2006/relationships/slide" Target="/ppt/slides/slide8.xml" Id="Ra9369fa2db384c19" /><Relationship Type="http://schemas.openxmlformats.org/officeDocument/2006/relationships/slide" Target="/ppt/slides/slide9.xml" Id="R0710f252bf244018" /><Relationship Type="http://schemas.openxmlformats.org/officeDocument/2006/relationships/slide" Target="/ppt/slides/slide10.xml" Id="R827ed5c318754cfa" /><Relationship Type="http://schemas.openxmlformats.org/officeDocument/2006/relationships/slide" Target="/ppt/slides/slide11.xml" Id="Rce8c050c260f4236" /><Relationship Type="http://schemas.openxmlformats.org/officeDocument/2006/relationships/slide" Target="/ppt/slides/slide12.xml" Id="Ra60ccd4009e049b5" /><Relationship Type="http://schemas.openxmlformats.org/officeDocument/2006/relationships/slide" Target="/ppt/slides/slide13.xml" Id="R964ae8a6740c4f94" /><Relationship Type="http://schemas.openxmlformats.org/officeDocument/2006/relationships/slide" Target="/ppt/slides/slide14.xml" Id="R7b3bc725220449c5" /><Relationship Type="http://schemas.openxmlformats.org/officeDocument/2006/relationships/slide" Target="/ppt/slides/slide15.xml" Id="R72acfa5992e64a64" /><Relationship Type="http://schemas.openxmlformats.org/officeDocument/2006/relationships/slide" Target="/ppt/slides/slide16.xml" Id="R18ecbe67bda94fb4" /><Relationship Type="http://schemas.openxmlformats.org/officeDocument/2006/relationships/slide" Target="/ppt/slides/slide17.xml" Id="R503cf63cdc1a4192" /><Relationship Type="http://schemas.openxmlformats.org/officeDocument/2006/relationships/slide" Target="/ppt/slides/slide18.xml" Id="R708643375934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2f05904c7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687c5f93b14afc" /><Relationship Type="http://schemas.openxmlformats.org/officeDocument/2006/relationships/notesMaster" Target="/ppt/notesMasters/notesMaster1.xml" Id="R25a48f95277447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8a7cb7cc448a5" /><Relationship Type="http://schemas.openxmlformats.org/officeDocument/2006/relationships/notesMaster" Target="/ppt/notesMasters/notesMaster1.xml" Id="Rff20c58285f4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49d8a8581c409d" /><Relationship Type="http://schemas.openxmlformats.org/officeDocument/2006/relationships/notesMaster" Target="/ppt/notesMasters/notesMaster1.xml" Id="R795faddad82d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5f29d7f4c64c5e" /><Relationship Type="http://schemas.openxmlformats.org/officeDocument/2006/relationships/notesMaster" Target="/ppt/notesMasters/notesMaster1.xml" Id="R984c4fdc6c5142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9faed9a7c64793" /><Relationship Type="http://schemas.openxmlformats.org/officeDocument/2006/relationships/notesMaster" Target="/ppt/notesMasters/notesMaster1.xml" Id="Rc43ba8b9949040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147fd45ee444f" /><Relationship Type="http://schemas.openxmlformats.org/officeDocument/2006/relationships/notesMaster" Target="/ppt/notesMasters/notesMaster1.xml" Id="Rc5c2db31b54b40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d7ee5a48a4a48" /><Relationship Type="http://schemas.openxmlformats.org/officeDocument/2006/relationships/notesMaster" Target="/ppt/notesMasters/notesMaster1.xml" Id="R698a2f76701c49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0bb9065ea440b6" /><Relationship Type="http://schemas.openxmlformats.org/officeDocument/2006/relationships/notesMaster" Target="/ppt/notesMasters/notesMaster1.xml" Id="R98d1c4027353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546655d5514214" /><Relationship Type="http://schemas.openxmlformats.org/officeDocument/2006/relationships/notesMaster" Target="/ppt/notesMasters/notesMaster1.xml" Id="R98dd3cee1479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9531fbe11849af" /><Relationship Type="http://schemas.openxmlformats.org/officeDocument/2006/relationships/notesMaster" Target="/ppt/notesMasters/notesMaster1.xml" Id="Rceadfc64073c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449b8acc24f65" /><Relationship Type="http://schemas.openxmlformats.org/officeDocument/2006/relationships/notesMaster" Target="/ppt/notesMasters/notesMaster1.xml" Id="Ra2c063d230e548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a66d72f9b14925" /><Relationship Type="http://schemas.openxmlformats.org/officeDocument/2006/relationships/notesMaster" Target="/ppt/notesMasters/notesMaster1.xml" Id="R41402c6a46c649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209370163447e6" /><Relationship Type="http://schemas.openxmlformats.org/officeDocument/2006/relationships/notesMaster" Target="/ppt/notesMasters/notesMaster1.xml" Id="R4be5509d219c45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d320378b5e44f4" /><Relationship Type="http://schemas.openxmlformats.org/officeDocument/2006/relationships/notesMaster" Target="/ppt/notesMasters/notesMaster1.xml" Id="R16ea648bc41045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08d7d8a2f3411d" /><Relationship Type="http://schemas.openxmlformats.org/officeDocument/2006/relationships/notesMaster" Target="/ppt/notesMasters/notesMaster1.xml" Id="R5e63fd43b1f044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0d3f506bd7478f" /><Relationship Type="http://schemas.openxmlformats.org/officeDocument/2006/relationships/notesMaster" Target="/ppt/notesMasters/notesMaster1.xml" Id="R89e46f2dd4324b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e104058f434dc4" /><Relationship Type="http://schemas.openxmlformats.org/officeDocument/2006/relationships/notesMaster" Target="/ppt/notesMasters/notesMaster1.xml" Id="R3c2dab04931c43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aa63aa2c0241fb" /><Relationship Type="http://schemas.openxmlformats.org/officeDocument/2006/relationships/notesMaster" Target="/ppt/notesMasters/notesMaster1.xml" Id="R1f0bb4f32fa545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这里解释客户需求的由来：客户关心供应商过程是否稳定、可控、可追溯。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回答：后续加强是否能从二阶段系统规划中展开，以及当前条件是否足够。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e26133e434f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6dd62facc4d4f" /><Relationship Type="http://schemas.openxmlformats.org/officeDocument/2006/relationships/slideLayout" Target="/ppt/slideLayouts/slideLayout1.xml" Id="R749227a9dd3c49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227a9dd3c49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556797552410b" /><Relationship Type="http://schemas.openxmlformats.org/officeDocument/2006/relationships/notesSlide" Target="/ppt/notesSlides/notesSlide1.xml" Id="R98576e8658be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3a71f030f4d60" /><Relationship Type="http://schemas.openxmlformats.org/officeDocument/2006/relationships/notesSlide" Target="/ppt/notesSlides/notesSlide2.xml" Id="R4bae8d182268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3f50459a48f7" /><Relationship Type="http://schemas.openxmlformats.org/officeDocument/2006/relationships/image" Target="/ppt/media/image.png" Id="R178d2f7ed63344a1" /><Relationship Type="http://schemas.openxmlformats.org/officeDocument/2006/relationships/notesSlide" Target="/ppt/notesSlides/notesSlide3.xml" Id="R1d2bd0daa586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d714c34ce449a" /><Relationship Type="http://schemas.openxmlformats.org/officeDocument/2006/relationships/notesSlide" Target="/ppt/notesSlides/notesSlide4.xml" Id="R850444f28ec740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da21b3def4a7d" /><Relationship Type="http://schemas.openxmlformats.org/officeDocument/2006/relationships/notesSlide" Target="/ppt/notesSlides/notesSlide5.xml" Id="R8777ea1c489a40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07365006544a6" /><Relationship Type="http://schemas.openxmlformats.org/officeDocument/2006/relationships/notesSlide" Target="/ppt/notesSlides/notesSlide6.xml" Id="R5e07544d322c40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aec1e10bc4880" /><Relationship Type="http://schemas.openxmlformats.org/officeDocument/2006/relationships/notesSlide" Target="/ppt/notesSlides/notesSlide7.xml" Id="Ra1ab7159f03045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fb3ad634543c9" /><Relationship Type="http://schemas.openxmlformats.org/officeDocument/2006/relationships/notesSlide" Target="/ppt/notesSlides/notesSlide8.xml" Id="R89b782d6f2af43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bfcdd5904832" /><Relationship Type="http://schemas.openxmlformats.org/officeDocument/2006/relationships/notesSlide" Target="/ppt/notesSlides/notesSlide9.xml" Id="Rcbe0d9217d424e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7c636e9c84939" /><Relationship Type="http://schemas.openxmlformats.org/officeDocument/2006/relationships/notesSlide" Target="/ppt/notesSlides/notesSlide10.xml" Id="R796b3615afc843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f740875324219" /><Relationship Type="http://schemas.openxmlformats.org/officeDocument/2006/relationships/notesSlide" Target="/ppt/notesSlides/notesSlide11.xml" Id="Ra1005afeb4fc46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1249e53b04aaa" /><Relationship Type="http://schemas.openxmlformats.org/officeDocument/2006/relationships/notesSlide" Target="/ppt/notesSlides/notesSlide12.xml" Id="R95ee691ac75647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c6913e3a4423a" /><Relationship Type="http://schemas.openxmlformats.org/officeDocument/2006/relationships/notesSlide" Target="/ppt/notesSlides/notesSlide13.xml" Id="R40d85fd31ec941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20ad6e0584cba" /><Relationship Type="http://schemas.openxmlformats.org/officeDocument/2006/relationships/notesSlide" Target="/ppt/notesSlides/notesSlide14.xml" Id="R4d25a0d231854e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9d1c810894dc1" /><Relationship Type="http://schemas.openxmlformats.org/officeDocument/2006/relationships/notesSlide" Target="/ppt/notesSlides/notesSlide15.xml" Id="R26be1787614146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2617e47fd4502" /><Relationship Type="http://schemas.openxmlformats.org/officeDocument/2006/relationships/notesSlide" Target="/ppt/notesSlides/notesSlide16.xml" Id="R39e5e7b8703141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f369c9f76475b" /><Relationship Type="http://schemas.openxmlformats.org/officeDocument/2006/relationships/notesSlide" Target="/ppt/notesSlides/notesSlide17.xml" Id="R4b708d72afd443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dc21636744fd9" /><Relationship Type="http://schemas.openxmlformats.org/officeDocument/2006/relationships/notesSlide" Target="/ppt/notesSlides/notesSlide18.xml" Id="Rbe530ca56be44c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2F9AF-1049-489F-864D-5463D258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03509-FE35-4A0E-8FA2-23B4F6AE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7DE63-08D0-4FA8-BD5D-DD6F9C77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53715-3D3C-4F3E-9F25-1005B4E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94F9F-AD19-4904-98AA-C0E35DC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20566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CBD3B-6407-46E6-BE40-F25A45B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3CA00-0938-4A88-AD55-6A00B94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BEE3E-2BCE-48B7-8624-7552D26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DB3A1-C42A-428D-9B0F-526F3FEF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0A1DC-910F-414B-A161-D2B87EB7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8C732-D3ED-4926-B117-484DAFA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9AE4D-D972-4168-A3D8-959F1EDD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66385-AF6A-4DE5-9DC4-5AB5D53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C8374-6A47-43F6-9944-03FA9B2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F7F5D-1974-43AA-8384-363C0B4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869EB-F5FD-49F2-B07F-5CED30F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309E8-E711-4D4E-9C3E-69DF7A2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6241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891DB-3499-4CBD-B49E-4E5D20D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D983E-3BFB-4BF0-9226-6702D5F6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49F0B-D19E-4145-9D74-68097DB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d2f7ed63344a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51024-954E-45F2-8D51-3654CDE5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277D8-AE6D-4347-8971-F984B03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09BEA-7087-42CA-93A2-2DD1A3FA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790098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C34DC-C6AF-4797-B671-190DD27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8398B-72C0-49D3-8DB3-5191E077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6A2A0-6F5B-434D-B1FB-1FE035B7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24FF6-BF10-4759-9C72-C035BE3A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60A6B-53D7-4BB0-90B7-12E326F1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客户要求带来的变化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2F2C5-78FC-4AC2-B0BD-868E4D6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01A9E-5FBE-46E5-84BB-5D94DA3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017DF-044E-40FE-9F09-BBED824F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CF604-422B-411C-AA3C-F0F049F3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05921-12F3-4C4D-AF29-659005C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6FC92-13BF-4089-A941-D7E2581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1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BACBD-453D-4013-BE6B-B7294EF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D9D2F-7F93-4A98-890A-5723E05C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主要客户要求把功能清单推向过程控制要求。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B2FF8-9EBD-4763-B6CD-07F3483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5E525-9A7C-43F9-BDF6-CF7E0834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新增项更关注批次、参数、权限、点检、SPC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B8393-03D3-4BF0-8594-33475A0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B6523-8497-44C7-8D4F-6F09597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B3A9A-B88F-40E5-BDFF-428F6C4A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92A78-9ABE-4828-A68A-2A257872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8793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39C9F-6461-4935-ADC7-A302524D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EAEE0-606D-47D4-B021-22319459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947AC-95D7-4FC4-9690-386D65EC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84263-B0BD-4458-902B-9B08E4E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DA121-F100-4959-9668-84C21054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5D59C-F3CE-454E-AF5B-37D0F5F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CCCE4-9E99-45E6-B56E-0CAAE798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3951F-4A91-49DD-B377-C4AC7CE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D8793-E37F-4BBD-93C7-82D4C254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7913B-5A28-480B-9E2E-D1405DF5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BBE96-6AE6-4DEF-80AB-247F4FF4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D9531-16E0-4643-A925-DCF1A3A9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F187B-1D67-40C1-87D4-5E512AAD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6679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D9139-C5B6-4D1E-9CD0-D1A32E44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9AE4-14AF-4A07-B7C3-9CB56E84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611A-FA8A-4ECC-A92C-124C12D6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AED6-BBC7-436E-B82A-8402694C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6AD4F-EF0B-4415-810E-221E9C8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CB231-933A-43F0-920A-344F37C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3EDF4-7F92-4735-99CD-74DC805E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ED161-CF87-4D53-ADFF-30AEED7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83134-13DA-406E-AFD4-8DDA93D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1D5A4-DCB8-482D-B726-D1CD98B0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798D7-7B5B-4EF5-8988-9848BB2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054E8-C38D-4B7A-A430-2C5E790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0C10B-8E69-4DE6-A8F7-6D9D8923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3D496-67BC-417B-A69C-98049A8D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FEE7B-47C4-4E59-9C60-112AEF6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4B8EA-C06D-4106-8FAA-DB67B03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9A9C2-E6DC-429E-A931-3BFF00B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5520E-99D6-4D9F-BBE5-32A985E8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2B891-7943-47F0-8367-8DCC9F7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7689B-14D6-4F63-BD3D-D4F53BFF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2CB34-01B3-4AED-B016-43953CE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06158-B02A-4FBB-A8C9-330D70D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3B924-D479-40A7-9DE1-57457C4A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D0917-1650-42E2-8490-D4B99050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38231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14E4B-A5D3-42CA-8463-6222E62C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F859-58CA-449E-BE3A-39FCBC0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F2DA5-BC00-4837-95F6-0E92BAA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96737-B86C-420F-85D2-C50D8ADB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3676C-B886-41F3-91AF-DC2ECEA9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56216-84FD-494B-A591-A84D3A86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BB380-93F7-4304-9B77-AD9FD91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E58C3-EFCF-486C-80FA-C5C78DF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49E7B-5CB6-49A2-9BB6-0C2CC58E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F60C2-C2DC-4B6F-A431-F8E1513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B93AF-1B74-45C6-9819-F5AB288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38280-8ECE-4BB9-B329-707546F7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C345B-F1F5-4230-AB4F-1B2A975F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A8B05-AFC1-44B2-9F4D-69A3221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C833F-5F08-486B-B3E7-9091529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7B753-107D-4930-91C5-3990170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85412-B04B-402A-8452-B74EDF13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144AD-83BE-4F96-B09E-07ECC4E6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78331-A867-4B7B-B8D3-29151C6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CE43A-0FC3-48A6-BD7F-ECEFFFAB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6FC6B-E754-4A1C-AA0E-716AE83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ED9CF-7560-45FF-A896-E692589B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C6C1C-BFF9-4E6B-9CEF-22D98876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A39F5-F3B0-4602-A1A5-EA814EB1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0AB7C-FA26-434C-8EDB-68F5F50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059A5-1E73-4585-BC5D-A9966FE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428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926B9-4D21-487D-B332-806CC60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BD9C5-CDA1-4E41-863D-2100312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455D5-3BFF-4C9E-A8B4-6E5AB84E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C9D0B-8CFA-4849-B1CD-F3A0D49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B759-8A5C-40F9-89F4-A429C21D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9873B-2CA4-4C13-AE78-4DC6C1E7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7D228-DE7F-4191-ADE9-AC8DBF1E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429B0-E2D7-4A89-BAC6-1599B4E2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D1E83-64C2-4232-A520-C02F871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客户要求推动权限、点检、参数、防错、SPC、设备数据和全工序控制继续加深。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77C5E-19DF-4414-9241-1594921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同一个价值流节点上，可能同时存在已有能力、二阶段系统规划和后续加强要求。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C70DB-EC14-4400-8765-9057FB87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A042F-FDDD-4EF6-A640-436CDF3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BEB65-A3C3-4D96-B0F6-F9E2625C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73633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E02B4-463A-49A2-9C00-80247F42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029D-48C2-48B6-9F1B-00283E23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1D4DE-8014-42C0-9EFD-27D6B11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BC1A0-9497-488C-9152-8EC2D056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3FDB7-5A3B-4043-8780-94E2F1C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C3E7-B0DE-4CB9-AD6B-F5C697C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B5A60-1075-4CA0-A8CB-25F0EA2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CBAF1-4002-4C4F-9CEC-EFEDDB50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B8E3B-6F4B-4166-A7BF-9EE93B2E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8ECDF-FF99-40FA-A478-E5697383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1F186-6FEB-4487-A0AF-4ECA953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046CE-3908-4BF1-A1BA-6232160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450CB-90CC-4F29-BEDC-50C453A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5847E-C70C-4856-B691-6764DFD3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F0230-1256-4DE5-BE0C-0A6A2C1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AC203-C4F2-4007-8FC8-FFD1C0F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E5A5E-5CE3-4C98-8244-2F19740E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二期能否承接客户要求，取决于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955A0-FD8E-4297-9AAA-EC46FE2A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85D71-9A3D-4A23-859E-5028C2DF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AC31B-FE1E-4EC6-9F18-6109195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708242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E1905-5119-441D-A0EC-CB090191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434BB-ABE9-4FEA-840E-8B92248A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50B72-7A47-4343-803D-059D30B8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 24H 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CD27-6B51-4ED3-889A-946F5A1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96503-8A8F-44D7-A5C8-A328769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904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3266F-3450-4B56-8391-2BAEEC37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FFD9E-1856-448F-A8D1-08B73013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2E56C-4632-4B3D-B658-FE76A6D2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9CDED-5785-4C72-8764-CF0228ED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7AAEA-6D2B-4CB8-B5D5-F2DCAF76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AEC49-FC98-4839-8DB8-5ACC4663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44D96-4765-4CFC-9983-9CBDDE7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10EA9-B082-4E2A-94EF-5181A75D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8DF54-42EF-433F-894C-AB8EB687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8E8EF-441F-4D96-BF44-640816FD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D3139-6C1B-463E-A6E8-0336E163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1497B-4CD1-4BAA-AE16-C2B55E77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3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C9F41-039B-49DF-ADF1-48A09173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5DAC2-97E6-4B05-9081-84D1825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969DA-E6EA-48BE-8100-F77DB1C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92573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50A38-CBB5-4316-A443-6B6CDD7E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91FBC-CA4D-4F51-8D1A-81F06B36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F61F3-C43F-4256-9917-C9BE60FA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3AC51-8A1C-45F9-870C-5CA512D3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71DB0-D473-40B8-9F3D-4C9B2A1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2154-03F2-45FD-989B-C79AD6D9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1DC01-C554-437A-9C19-928CE56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5B4CF-271F-4F7B-8ABD-007B6201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36326-CC91-45C7-95F7-89166AA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4826A-A7CF-49D5-B3AF-33C8809B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37EB9-1B69-4A58-AF4C-DE516D3B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96DEE-1A43-41CB-931C-F07FAB2F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65A95-8936-4261-A1A3-96D856CC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718944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D7B0-C866-48D9-A07C-F25EF4C6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424D2-639D-4F5B-97F2-03A43BE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26B49-544A-4868-AB10-F3E87922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用过程证据回应主要客户对稳定性、追溯和闭环的要求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3995F-3D08-464D-889F-D43BC60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394C3-0525-47C9-825E-1615B2F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2920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AB88C-8338-4363-BD88-C81F336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06F68-46E0-4B57-A185-E6123BD2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A3D0D-F764-475F-9C28-E1AC300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352D8-4687-44CF-88B3-4F32E40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6612-993A-45C1-94C2-73A490D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7CD4E-E35E-4B63-BADC-1EC4E74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7A95E-1373-4C58-9CD4-3223361F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2E13A-B670-429E-BC91-6E402B4B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3104F-B31D-407E-B2B9-D1EEAB1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3F98A-BE26-4F50-8F77-2177517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没有计划基准，动态数据只能记录现场。有计划基准，数据才能判断偏差，并触发调整。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16F4C-B7DA-4E71-916E-CC92EFA3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9751C-4E68-42FE-871C-6E36D5C1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B738C-F874-438D-B5BE-0ADEDE02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7087087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12FA1-50BA-44D0-B80C-197422A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E99C2-9425-4D8A-9637-B4697F5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514EC-58ED-45D5-A661-2510571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EC875-66E1-4FFC-858F-FB9C800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64F51-9BCC-4375-BEB4-5F19C900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E18BA-C26C-4AB8-A8D0-FF943207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70371-4D70-490A-825C-2F99E6EA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2A2BF-C96D-4699-A7F8-F65C9E7E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ACF5C-6112-4317-9CC3-53CB5198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7B47A-4E64-4595-92DB-1A1F9A55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D8B3F-9187-4627-9EBB-4F75DB1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7A11F-8A77-4183-B0CF-6284DFF5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0AF4C-7156-4596-8744-B17B4B8E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C84F3-308C-4EE5-968F-3C82E1B8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1352B-081F-47AB-AEB6-7F98F51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AA2FD-016E-4498-B467-71E7179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FF17A-85D8-41D0-8EAC-8F0D0E7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4A833-D69E-4D2E-BC31-A52AE60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9A877-10AA-4CFC-B666-7BDBE06B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23DF4-DAED-426F-BED1-6EA3C3CB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338690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B602D-1B34-47E3-B1B0-5A17712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4FBF-DF2D-410F-889C-E133E167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BE1DD-023F-434D-B6AA-9FD7BD79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BC114-F040-48E7-AD26-D57DB227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C44AB-6CA8-40C3-B297-14CD22A8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BB459-9376-4F4E-AF4F-8126ECC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54FDA-1105-4688-A31B-13D9F58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76C17-0F82-4740-A536-55AED6C1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47AB0-DF20-425C-AE73-14CCEE57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B1D06-C3A4-4033-A919-933E3EBF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F750C-7756-4B5A-A9CC-F6BB7F8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281DB-A1DA-48B9-B31C-51480B5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DAF3B-5220-47DC-888C-0D5E6757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2405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14181-BB3D-4B1A-AC6C-0F951E9C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F19B8-7AA5-413B-B9E3-106EA0E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24E40-E471-463D-B873-7191819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17620-0E18-4322-A82D-3F9BF34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07C35-C284-4695-AA75-98DDB5D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在状态异常和质量指标偏离时，辅助判断停线、降速或参数切换。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650DC-A293-49B1-A76F-FEC5E96D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61857-116F-4A33-AC34-8FD5F810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用更小颗粒度监控工序进度，并生成短周期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21D33-7A3D-4B37-A2B1-58B6DE84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BF749-F3AD-4083-9686-1E208EDD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B654-6CF9-4D8A-8F31-C83EBFB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不应先于业务闭环出现。它应建立在计划基准、现场数据和调整手段之上。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543FD-DB3F-460C-86E3-DEA4168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7C4CA-2213-44F4-A119-DB8B286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0658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AD54C-6D45-4B2E-BBEA-81AB7B4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52A60-6066-4867-BED1-935B9C93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BAAC6-845C-4824-9774-6FECE94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09EB-4618-40BF-A1BC-D30C1E67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43B0-A2E5-4732-88AE-84FCF03B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03E0D-3A93-4081-B9C2-969A367E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5119E-340A-45B8-A6F8-2CD5F000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8ED4B-D93A-4667-8DC6-0878D35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E0CFB-3837-4A13-BBF5-D8FEBF54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4F7ED-9576-437F-9889-555C73FA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E22B2-D42D-4195-8C7E-769674D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05E8B-837C-4455-8D8A-C15BD09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B86DD-65B0-4728-BF79-66047CD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24AF0-A330-4E69-8F06-882FB351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EEAFF-C7AC-4B37-A8DA-4FB2505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77818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2026-09-20T05:30:32.6960000Z</dcterms:created>
  <dcterms:modified xsi:type="dcterms:W3CDTF">2026-09-20T05:30:32.6960000Z</dcterms:modified>
</coreProperties>
</file>