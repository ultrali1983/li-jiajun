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6"/>
    <p:restoredTop sz="96081"/>
  </p:normalViewPr>
  <p:slideViewPr>
    <p:cSldViewPr snapToGrid="0">
      <p:cViewPr varScale="1">
        <p:scale>
          <a:sx n="120" d="100"/>
          <a:sy n="12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当前系统规划的能力缺口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计划基准缺口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日计划颗粒度偏粗，现场小时级波动缺少评价基准。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参数校准缺口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CT、SA、setup、planned stop、Performance Rate、Quality Rate 与 R&amp;R 观察尚未形成持续更新的 Planning 参数层。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过程动作缺口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若停留在记录、采集和展示，难以触发隔离、复检、停线、调参、补料和 replan。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跨工序反馈缺口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WIP、水位与后工序拉动信号不足，难以判断局部波动对后续工序和交付的影响。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能力缺口结论"/>
          <p:cNvSpPr txBox="1"/>
          <p:nvPr/>
        </p:nvSpPr>
        <p:spPr>
          <a:xfrm>
            <a:off x="1428750" y="561975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CATL要求让问题更明确，但补强核心是海威自身的计划、过程和跨工序管理能力。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419225" y="1895476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日计划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5" name="直线箭头连接符 34"/>
          <p:cNvCxnSpPr>
            <a:cxnSpLocks/>
            <a:stCxn id="5" idx="3"/>
            <a:endCxn id="6" idx="1"/>
          </p:cNvCxnSpPr>
          <p:nvPr/>
        </p:nvCxnSpPr>
        <p:spPr>
          <a:xfrm>
            <a:off x="2543175" y="2171701"/>
            <a:ext cx="714375" cy="533399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合理计划不只是排任务，也定义设备和工序在计划状态下应有的时间开动率表现。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1254708" y="1644986"/>
            <a:ext cx="1488492" cy="205071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8824E91-9E29-1631-BA84-CA1FBFD55606}"/>
              </a:ext>
            </a:extLst>
          </p:cNvPr>
          <p:cNvSpPr/>
          <p:nvPr/>
        </p:nvSpPr>
        <p:spPr>
          <a:xfrm rot="5400000">
            <a:off x="1771651" y="2559363"/>
            <a:ext cx="419098" cy="2679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运营职责41"/>
          <p:cNvSpPr txBox="1"/>
          <p:nvPr/>
        </p:nvSpPr>
        <p:spPr>
          <a:xfrm>
            <a:off x="876300" y="47625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运营的基本职责</a:t>
            </a:r>
          </a:p>
        </p:txBody>
      </p:sp>
      <p:sp>
        <p:nvSpPr>
          <p:cNvPr id="42" name="职责编号1"/>
          <p:cNvSpPr/>
          <p:nvPr/>
        </p:nvSpPr>
        <p:spPr>
          <a:xfrm>
            <a:off x="933450" y="51435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运营职责43"/>
          <p:cNvSpPr txBox="1"/>
          <p:nvPr/>
        </p:nvSpPr>
        <p:spPr>
          <a:xfrm>
            <a:off x="1181100" y="51054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优化现有设备的运作时间，提升时间开动率。</a:t>
            </a:r>
          </a:p>
        </p:txBody>
      </p:sp>
      <p:sp>
        <p:nvSpPr>
          <p:cNvPr id="44" name="职责编号2"/>
          <p:cNvSpPr/>
          <p:nvPr/>
        </p:nvSpPr>
        <p:spPr>
          <a:xfrm>
            <a:off x="933450" y="546735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运营职责45"/>
          <p:cNvSpPr txBox="1"/>
          <p:nvPr/>
        </p:nvSpPr>
        <p:spPr>
          <a:xfrm>
            <a:off x="1181100" y="542925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在此基础上，用更小的动态资源投入达到同样产出价值。</a:t>
            </a:r>
          </a:p>
        </p:txBody>
      </p:sp>
      <p:sp>
        <p:nvSpPr>
          <p:cNvPr id="46" name="职责编号3"/>
          <p:cNvSpPr/>
          <p:nvPr/>
        </p:nvSpPr>
        <p:spPr>
          <a:xfrm>
            <a:off x="933450" y="57912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运营职责47"/>
          <p:cNvSpPr txBox="1"/>
          <p:nvPr/>
        </p:nvSpPr>
        <p:spPr>
          <a:xfrm>
            <a:off x="1181100" y="57531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为更小颗粒度数据收集提供基座，确保即时反应动作安全且有效。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89509D5-823D-4EDD-6C9A-FD28F6D8BE00}"/>
              </a:ext>
            </a:extLst>
          </p:cNvPr>
          <p:cNvSpPr>
            <a:spLocks noGrp="1"/>
          </p:cNvSpPr>
          <p:nvPr/>
        </p:nvSpPr>
        <p:spPr>
          <a:xfrm>
            <a:off x="1419225" y="2933700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小时计划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2A67022-096C-3936-2006-24DE60DD5923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>
          <a:xfrm flipV="1">
            <a:off x="2543175" y="2705100"/>
            <a:ext cx="714375" cy="504825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计划开动率为什么会失真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计划开动率的现场断点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对计划闭环的影响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物料不到位：计划上应生产，物料未按节奏到达，设备等待形成 SA 损失。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水位不清：前工序堆积或后工序断流，计划无法判断风险位置。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工序节奏不匹配：前后工序衔接不顺，形成等待、堆积和局部加急。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工单推动边界：原材料投放可由工单牵引，工序间流动仅靠推送容易提前或断流。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反馈速度不足：现场已偏离计划，但影响范围和后续风险没有及时回传。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 难以落地：缺少物料、WIP 与工序反馈时，调整只能停留在事后处理。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sp>
        <p:nvSpPr>
          <p:cNvPr id="22" name="P16结论"/>
          <p:cNvSpPr txBox="1"/>
          <p:nvPr/>
        </p:nvSpPr>
        <p:spPr>
          <a:xfrm>
            <a:off x="1095375" y="5095875"/>
            <a:ext cx="1000125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计划定义“应该开动”，物料、WIP 和工序衔接决定“能否持续开动”；这些断点最终会转化为库存、等待、断流和加急成本。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全工序/过程数据的价值化路径：AI介入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前提：逻辑搭建正确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计划基准、参数校准、过程动作和跨工序反馈先建立，AI 才能判断偏差与动作边界。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输入：全过程数据可解释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设备、质量、技术参数、产品状态、进度、WIP、CT 与 Performance Rate 放入同一业务逻辑。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输出：形成动作建议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边缘模型做快速响应和参数过滤；服务器模型做跨工序影响判断、短周期 replan 和资源取舍。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让海量全过程数据发挥价值，前提是数据采集目的、计划基准和动作责任已经被定义。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837</Words>
  <Application>Microsoft Macintosh PowerPoint</Application>
  <DocSecurity>0</DocSecurity>
  <PresentationFormat>宽屏</PresentationFormat>
  <Paragraphs>201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8</cp:revision>
  <dcterms:created xsi:type="dcterms:W3CDTF">2026-09-21T01:42:31Z</dcterms:created>
  <dcterms:modified xsi:type="dcterms:W3CDTF">2026-09-23T09:30:58Z</dcterms:modified>
</cp:coreProperties>
</file>