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590ad19f684a43" /><Relationship Type="http://schemas.openxmlformats.org/officeDocument/2006/relationships/extended-properties" Target="/docProps/app.xml" Id="Rc3c215c1d92148a4" /><Relationship Type="http://schemas.openxmlformats.org/officeDocument/2006/relationships/officeDocument" Target="/ppt/presentation.xml" Id="R8966347515ac4d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76f55792ae433c"/>
  </p:sldMasterIdLst>
  <p:notesMasterIdLst>
    <p:notesMasterId xmlns:r="http://schemas.openxmlformats.org/officeDocument/2006/relationships" r:id="R00a7dffdedf944c6"/>
  </p:notesMasterIdLst>
  <p:sldIdLst>
    <p:sldId xmlns:r="http://schemas.openxmlformats.org/officeDocument/2006/relationships" id="256" r:id="R1b8712fb58bd42af"/>
    <p:sldId xmlns:r="http://schemas.openxmlformats.org/officeDocument/2006/relationships" id="257" r:id="R7cbd27adc5c94b1c"/>
    <p:sldId xmlns:r="http://schemas.openxmlformats.org/officeDocument/2006/relationships" id="258" r:id="R85961d7513044530"/>
    <p:sldId xmlns:r="http://schemas.openxmlformats.org/officeDocument/2006/relationships" id="259" r:id="R4c5c79bd55804782"/>
    <p:sldId xmlns:r="http://schemas.openxmlformats.org/officeDocument/2006/relationships" id="260" r:id="Rdb76a11c12ee48c4"/>
    <p:sldId xmlns:r="http://schemas.openxmlformats.org/officeDocument/2006/relationships" id="261" r:id="R7d0ef64cf9f846b7"/>
    <p:sldId xmlns:r="http://schemas.openxmlformats.org/officeDocument/2006/relationships" id="262" r:id="R5e6694fb9a3e4f87"/>
    <p:sldId xmlns:r="http://schemas.openxmlformats.org/officeDocument/2006/relationships" id="263" r:id="Re11dc695277c4afd"/>
    <p:sldId xmlns:r="http://schemas.openxmlformats.org/officeDocument/2006/relationships" id="264" r:id="R1a2dd68d348144dd"/>
    <p:sldId xmlns:r="http://schemas.openxmlformats.org/officeDocument/2006/relationships" id="265" r:id="Ra023b193a2424a22"/>
    <p:sldId xmlns:r="http://schemas.openxmlformats.org/officeDocument/2006/relationships" id="266" r:id="R358221a99c804380"/>
    <p:sldId xmlns:r="http://schemas.openxmlformats.org/officeDocument/2006/relationships" id="267" r:id="R74714ec13d654896"/>
    <p:sldId xmlns:r="http://schemas.openxmlformats.org/officeDocument/2006/relationships" id="268" r:id="R62912aa942d74744"/>
    <p:sldId xmlns:r="http://schemas.openxmlformats.org/officeDocument/2006/relationships" id="269" r:id="R522b6c420347495c"/>
    <p:sldId xmlns:r="http://schemas.openxmlformats.org/officeDocument/2006/relationships" id="270" r:id="Rcccb9b0d26da448e"/>
    <p:sldId xmlns:r="http://schemas.openxmlformats.org/officeDocument/2006/relationships" id="271" r:id="Rb795b9537eed4152"/>
    <p:sldId xmlns:r="http://schemas.openxmlformats.org/officeDocument/2006/relationships" id="272" r:id="R094cf8d28a9245a4"/>
    <p:sldId xmlns:r="http://schemas.openxmlformats.org/officeDocument/2006/relationships" id="273" r:id="Re278910e0fe541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007ddb83bc4aa0" /><Relationship Type="http://schemas.openxmlformats.org/officeDocument/2006/relationships/slideMaster" Target="/ppt/slideMasters/slideMaster1.xml" Id="Rcd76f55792ae433c" /><Relationship Type="http://schemas.openxmlformats.org/officeDocument/2006/relationships/notesMaster" Target="/ppt/notesMasters/notesMaster1.xml" Id="R00a7dffdedf944c6" /><Relationship Type="http://schemas.openxmlformats.org/officeDocument/2006/relationships/presProps" Target="/ppt/presProps.xml" Id="R8ab6899c72e748a2" /><Relationship Type="http://schemas.openxmlformats.org/officeDocument/2006/relationships/tableStyles" Target="/ppt/tableStyles.xml" Id="R35e79822dc0c44a7" /><Relationship Type="http://schemas.openxmlformats.org/officeDocument/2006/relationships/slide" Target="/ppt/slides/slide1.xml" Id="R1b8712fb58bd42af" /><Relationship Type="http://schemas.openxmlformats.org/officeDocument/2006/relationships/slide" Target="/ppt/slides/slide2.xml" Id="R7cbd27adc5c94b1c" /><Relationship Type="http://schemas.openxmlformats.org/officeDocument/2006/relationships/slide" Target="/ppt/slides/slide3.xml" Id="R85961d7513044530" /><Relationship Type="http://schemas.openxmlformats.org/officeDocument/2006/relationships/slide" Target="/ppt/slides/slide4.xml" Id="R4c5c79bd55804782" /><Relationship Type="http://schemas.openxmlformats.org/officeDocument/2006/relationships/slide" Target="/ppt/slides/slide5.xml" Id="Rdb76a11c12ee48c4" /><Relationship Type="http://schemas.openxmlformats.org/officeDocument/2006/relationships/slide" Target="/ppt/slides/slide6.xml" Id="R7d0ef64cf9f846b7" /><Relationship Type="http://schemas.openxmlformats.org/officeDocument/2006/relationships/slide" Target="/ppt/slides/slide7.xml" Id="R5e6694fb9a3e4f87" /><Relationship Type="http://schemas.openxmlformats.org/officeDocument/2006/relationships/slide" Target="/ppt/slides/slide8.xml" Id="Re11dc695277c4afd" /><Relationship Type="http://schemas.openxmlformats.org/officeDocument/2006/relationships/slide" Target="/ppt/slides/slide9.xml" Id="R1a2dd68d348144dd" /><Relationship Type="http://schemas.openxmlformats.org/officeDocument/2006/relationships/slide" Target="/ppt/slides/slide10.xml" Id="Ra023b193a2424a22" /><Relationship Type="http://schemas.openxmlformats.org/officeDocument/2006/relationships/slide" Target="/ppt/slides/slide11.xml" Id="R358221a99c804380" /><Relationship Type="http://schemas.openxmlformats.org/officeDocument/2006/relationships/slide" Target="/ppt/slides/slide12.xml" Id="R74714ec13d654896" /><Relationship Type="http://schemas.openxmlformats.org/officeDocument/2006/relationships/slide" Target="/ppt/slides/slide13.xml" Id="R62912aa942d74744" /><Relationship Type="http://schemas.openxmlformats.org/officeDocument/2006/relationships/slide" Target="/ppt/slides/slide14.xml" Id="R522b6c420347495c" /><Relationship Type="http://schemas.openxmlformats.org/officeDocument/2006/relationships/slide" Target="/ppt/slides/slide15.xml" Id="Rcccb9b0d26da448e" /><Relationship Type="http://schemas.openxmlformats.org/officeDocument/2006/relationships/slide" Target="/ppt/slides/slide16.xml" Id="Rb795b9537eed4152" /><Relationship Type="http://schemas.openxmlformats.org/officeDocument/2006/relationships/slide" Target="/ppt/slides/slide17.xml" Id="R094cf8d28a9245a4" /><Relationship Type="http://schemas.openxmlformats.org/officeDocument/2006/relationships/slide" Target="/ppt/slides/slide18.xml" Id="Re278910e0fe541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d7dbccb96146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32ffc55d2f42c6" /><Relationship Type="http://schemas.openxmlformats.org/officeDocument/2006/relationships/notesMaster" Target="/ppt/notesMasters/notesMaster1.xml" Id="R6343eba219544e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e5cad1b1e34712" /><Relationship Type="http://schemas.openxmlformats.org/officeDocument/2006/relationships/notesMaster" Target="/ppt/notesMasters/notesMaster1.xml" Id="Rcbd0d7e2a1f249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4e91357dcc46c4" /><Relationship Type="http://schemas.openxmlformats.org/officeDocument/2006/relationships/notesMaster" Target="/ppt/notesMasters/notesMaster1.xml" Id="Rdc9a2f7bb52d49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c616609bc74fcb" /><Relationship Type="http://schemas.openxmlformats.org/officeDocument/2006/relationships/notesMaster" Target="/ppt/notesMasters/notesMaster1.xml" Id="R05bdb3ec7b1842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5a74bd2bc542a7" /><Relationship Type="http://schemas.openxmlformats.org/officeDocument/2006/relationships/notesMaster" Target="/ppt/notesMasters/notesMaster1.xml" Id="R43e9b6d44c024d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35d800f2a64cb4" /><Relationship Type="http://schemas.openxmlformats.org/officeDocument/2006/relationships/notesMaster" Target="/ppt/notesMasters/notesMaster1.xml" Id="Rbaa8c4da2a2a4d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3e09e15de94546" /><Relationship Type="http://schemas.openxmlformats.org/officeDocument/2006/relationships/notesMaster" Target="/ppt/notesMasters/notesMaster1.xml" Id="R171378fba74c4d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a24c0a90214903" /><Relationship Type="http://schemas.openxmlformats.org/officeDocument/2006/relationships/notesMaster" Target="/ppt/notesMasters/notesMaster1.xml" Id="R6b440d6657b44e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58df1129214846" /><Relationship Type="http://schemas.openxmlformats.org/officeDocument/2006/relationships/notesMaster" Target="/ppt/notesMasters/notesMaster1.xml" Id="R10b6fdf46a5943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fd5a772f084c08" /><Relationship Type="http://schemas.openxmlformats.org/officeDocument/2006/relationships/notesMaster" Target="/ppt/notesMasters/notesMaster1.xml" Id="R6a4c34f197f04e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af48a480194650" /><Relationship Type="http://schemas.openxmlformats.org/officeDocument/2006/relationships/notesMaster" Target="/ppt/notesMasters/notesMaster1.xml" Id="R29f08e0e270548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5d4c9f48b546c1" /><Relationship Type="http://schemas.openxmlformats.org/officeDocument/2006/relationships/notesMaster" Target="/ppt/notesMasters/notesMaster1.xml" Id="Ra2fb7aae0aca40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02a97d23fa4428" /><Relationship Type="http://schemas.openxmlformats.org/officeDocument/2006/relationships/notesMaster" Target="/ppt/notesMasters/notesMaster1.xml" Id="Rc25d87bb3ea94a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536b184e354561" /><Relationship Type="http://schemas.openxmlformats.org/officeDocument/2006/relationships/notesMaster" Target="/ppt/notesMasters/notesMaster1.xml" Id="R758626042b5546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9799b82dde4b00" /><Relationship Type="http://schemas.openxmlformats.org/officeDocument/2006/relationships/notesMaster" Target="/ppt/notesMasters/notesMaster1.xml" Id="R66f09bae3e9142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2b90624d824b2c" /><Relationship Type="http://schemas.openxmlformats.org/officeDocument/2006/relationships/notesMaster" Target="/ppt/notesMasters/notesMaster1.xml" Id="R8296301f44794e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33ec4c3ee24379" /><Relationship Type="http://schemas.openxmlformats.org/officeDocument/2006/relationships/notesMaster" Target="/ppt/notesMasters/notesMaster1.xml" Id="Ra4e268b637314b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5ce60005b224a4e" /><Relationship Type="http://schemas.openxmlformats.org/officeDocument/2006/relationships/notesMaster" Target="/ppt/notesMasters/notesMaster1.xml" Id="R318a01d083e74d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进入价值流后才能看清功能发生在哪、解决什么问题、输出什么证据。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a3888cfbb40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bc682b0a724c63" /><Relationship Type="http://schemas.openxmlformats.org/officeDocument/2006/relationships/slideLayout" Target="/ppt/slideLayouts/slideLayout1.xml" Id="R0e55daabef6841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55daabef6841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2092c02c14fa6" /><Relationship Type="http://schemas.openxmlformats.org/officeDocument/2006/relationships/notesSlide" Target="/ppt/notesSlides/notesSlide1.xml" Id="R4c38a3ae2b014a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98bcb89ce4791" /><Relationship Type="http://schemas.openxmlformats.org/officeDocument/2006/relationships/notesSlide" Target="/ppt/notesSlides/notesSlide2.xml" Id="Rc98ecdf2481f41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557ce86a24627" /><Relationship Type="http://schemas.openxmlformats.org/officeDocument/2006/relationships/image" Target="/ppt/media/image.png" Id="R0fa22ea875f342c0" /><Relationship Type="http://schemas.openxmlformats.org/officeDocument/2006/relationships/notesSlide" Target="/ppt/notesSlides/notesSlide3.xml" Id="R281675bc491d4f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10c7f0a6044a4" /><Relationship Type="http://schemas.openxmlformats.org/officeDocument/2006/relationships/notesSlide" Target="/ppt/notesSlides/notesSlide4.xml" Id="R7c17cf3f97f14d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89fc9650d4380" /><Relationship Type="http://schemas.openxmlformats.org/officeDocument/2006/relationships/notesSlide" Target="/ppt/notesSlides/notesSlide5.xml" Id="R77437718990749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aaa50008f4aac" /><Relationship Type="http://schemas.openxmlformats.org/officeDocument/2006/relationships/notesSlide" Target="/ppt/notesSlides/notesSlide6.xml" Id="R775200233ed240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2dcded19449cf" /><Relationship Type="http://schemas.openxmlformats.org/officeDocument/2006/relationships/notesSlide" Target="/ppt/notesSlides/notesSlide7.xml" Id="Rf12ffd35fd5446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fdce28a1f468b" /><Relationship Type="http://schemas.openxmlformats.org/officeDocument/2006/relationships/notesSlide" Target="/ppt/notesSlides/notesSlide8.xml" Id="R28d5b1a85a0c4b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b1c6652de4d1b" /><Relationship Type="http://schemas.openxmlformats.org/officeDocument/2006/relationships/notesSlide" Target="/ppt/notesSlides/notesSlide9.xml" Id="R65e0fad922214f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7c5a2e5334a39" /><Relationship Type="http://schemas.openxmlformats.org/officeDocument/2006/relationships/notesSlide" Target="/ppt/notesSlides/notesSlide10.xml" Id="R3688fcf9d6ae47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64a0a61c54de6" /><Relationship Type="http://schemas.openxmlformats.org/officeDocument/2006/relationships/notesSlide" Target="/ppt/notesSlides/notesSlide11.xml" Id="R03ec5851e42d4a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9549e57344efa" /><Relationship Type="http://schemas.openxmlformats.org/officeDocument/2006/relationships/notesSlide" Target="/ppt/notesSlides/notesSlide12.xml" Id="Rca8b4cfaeab24e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97eadca1b4e77" /><Relationship Type="http://schemas.openxmlformats.org/officeDocument/2006/relationships/notesSlide" Target="/ppt/notesSlides/notesSlide13.xml" Id="Rd540bd748b954d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223b15c7b426d" /><Relationship Type="http://schemas.openxmlformats.org/officeDocument/2006/relationships/notesSlide" Target="/ppt/notesSlides/notesSlide14.xml" Id="Rf5140545fd4f4a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a89d479174ce7" /><Relationship Type="http://schemas.openxmlformats.org/officeDocument/2006/relationships/notesSlide" Target="/ppt/notesSlides/notesSlide15.xml" Id="R66d8e532f8eb4b8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35fcaa36c45c2" /><Relationship Type="http://schemas.openxmlformats.org/officeDocument/2006/relationships/notesSlide" Target="/ppt/notesSlides/notesSlide16.xml" Id="R520aca0a6e9842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d835cf0f44961" /><Relationship Type="http://schemas.openxmlformats.org/officeDocument/2006/relationships/notesSlide" Target="/ppt/notesSlides/notesSlide17.xml" Id="Ra0f30022edc1400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a7cb6fcb84369" /><Relationship Type="http://schemas.openxmlformats.org/officeDocument/2006/relationships/notesSlide" Target="/ppt/notesSlides/notesSlide18.xml" Id="R23ab3248e4564b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659C4-F7E5-42C9-BC7D-62F9ABFB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F6E89-591D-484D-BB33-78927128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3A031-6A2F-413E-9A06-EE40BCBF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03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F55A3-AF37-4F53-A251-008FC2AA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10300"/>
            <a:ext cx="1143000" cy="285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BEEA6-48BC-480A-8789-2894DDB7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10300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317331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B04EE-3449-43A2-9808-33733BD3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汇报切入点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18CA7-AA6C-4522-8E71-77D9D91F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CBD96-7489-47A3-A1EE-3149362C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5F8C4-018B-4D49-91B4-925E3E1D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原系统/软件规划路径解读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4101C-F820-4C1F-ABC2-02B9AC31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宁波海威与浙江海威已有两阶段系统规划，浙江海威因 CATL强化要求进一步补强。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E0F2B-E3B4-4A90-9FE3-99D98BEC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E7A3F-99CE-4E62-81D9-A4EFABD1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A9CB1-88C7-46DB-9294-9D06FD4F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0036A-69E4-4045-B6F7-346883A6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24C71-08B0-4DC2-863E-9E91EF8D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0F689-C66E-4B56-9C52-9EE6372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CA33C-0F13-42CA-9F4C-DF87027D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8897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49BCB-376E-4ECB-A727-1E04387E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7A300-CA04-4C14-A3D7-84B66A4A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56B74-C68A-45CE-84B2-7D135B3C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22ea875f342c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886B8-B604-4605-A84E-69AC34AD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EBBE1-9BBA-4ED8-9108-054A0864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C97E6-9028-4D64-B1EF-68065692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现场穿插：保留原系统/软件规划路径来源页，不删除</a:t>
            </a:r>
          </a:p>
        </p:txBody>
      </p:sp>
    </p:spTree>
    <p:extLst>
      <p:ext uri="{BB962C8B-B14F-4D97-AF65-F5344CB8AC3E}">
        <p14:creationId xmlns:p14="http://schemas.microsoft.com/office/powerpoint/2010/main" val="1595355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CAAE9-C1EE-40D5-925C-3A0D6AE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原系统/软件规划路径的重新理解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CF13C-3CAA-451B-9BEA-BBE45639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73598-0574-4B5A-90BF-F250A78C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CCEE3-775E-4AA8-9286-682A6EBA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8E8CA-FA89-49E8-BD02-8DBFC43E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CATL强化要求（浙江海威）带来的变化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371DB-B4A6-4471-AA03-7E0EA7A4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DE754-8A7E-4C51-9763-9565C50F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FAA6E-63C5-4BFA-9D40-EC816015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1C8B3-6E7A-4E0E-B8EA-7E46AE40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 QMS、TPM、IoT 等能力。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89583-915C-4837-B39F-3275A533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C43FB-5E86-4F54-8642-19C3856E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原系统/软件规划路径不是从无到有，而是宁波海威与浙江海威共同的一阶段/二阶段系统规划；CATL强化要求（浙江海威）是在浙江海威（嵊州）面向主要客户 CATL 的运营能力补强。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49FF0-10BD-4C74-B33A-F9DC01A0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E1057-F2DC-4C77-9051-2AA3ED48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CATL强化要求（浙江海威）把功能清单推向过程控制要求。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6D533-D619-4912-AD6F-8901B191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6121F-1AB9-4508-9B47-40D68422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强化项更关注批次、参数、权限、点检、SPC 和全工序数据。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AD2FE-9B7E-449B-AE8C-7CF96CB6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1185D-C159-4392-8BB4-FA78650B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683FF-6B52-402B-AE63-EA3199D7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44036-E76C-4E03-B5A7-0EA98E67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5778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CE95A-D63B-42F3-B915-F8B89708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08EDE-782C-4021-81D8-D51A1C25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A685B-A7F3-475F-92DD-185C4D82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DA505-52DA-49F8-AE31-ED99B872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3E076-2D82-4402-B2FD-872187F5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DC96B-CDAA-40AC-B012-B1E1EDBF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CF8C9-47F3-4F40-9C9C-1E2B16D1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8AFEE-84F4-4D79-85C2-27A88FA9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7A54B-472C-4C9F-8740-F9D4AFFE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8DDD5-736B-40E1-859E-96A1728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80D5E-5DE4-4EC0-A5C1-DEE4A057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173F5-38F2-4EA6-8629-66F23795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CD40B-8D33-4C98-B0DD-9ED11188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88473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EEAC1-2259-4A59-8CCD-E658207D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7CE6B-AA74-48BE-88D8-B3675E11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E4350-360F-4AAC-ADC4-D2CBFB00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07FCB-D198-466E-95B6-E8C982A9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71600"/>
            <a:ext cx="2857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B809C-47AF-41B0-8971-C767C9C9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143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E57CF-814B-4D20-BFDD-9BF3E223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CC284-F7D9-4D20-BF7E-034394D9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F1256-2FA3-4CBB-B48E-AC757BCA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D3E67-F02F-47A3-82A4-16A19DEA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D9138-0663-4AA8-BBE6-A7380EBC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EF939-EE73-4EB4-9B99-E5C2572A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670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79A36-E9D9-48B2-95B7-49F22B0D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526EC-CBAE-4243-A57C-FF926916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C500F-A275-40A4-866D-D9377D15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528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27E45-5202-4122-ADF3-CFE2CDB1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362F0-B12A-43DA-B8EC-139AA17B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D90DB-D078-4789-85BA-076C59F2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88CB0-31E7-47BD-BA7F-AE2DBB7D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3ECDB-0B82-4C2C-83EF-0D8855AE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244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1CDE7-322E-4CD7-91EC-BDBC5EC8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244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DF418-2CB1-43A9-983C-432DA4A9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57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9F7C7-3265-48B7-BB16-727964D4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95B62C-5843-4A5C-BB42-C4CE9809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20EF38-2E58-4A27-BBF5-484CD162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875503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06665-F9E8-4AE5-B704-21E867B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A4976-02C9-493F-BCE2-E7DCBE52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F93D3-6F09-433B-AACC-0F047A0C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7542D-3E23-4D1E-8082-DD39BF51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供应商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85E12-286D-42BD-90D2-E803F1B9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077E-AB2A-4F9E-A9A8-9AAD526D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收货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EB3C0-2AF2-4B34-8FD5-F8EE6E07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26782-195B-48E3-B2BD-4DE4AA5B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入库检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0CF6E-C4B8-4DF4-889C-877626C0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2ACDD-9154-4A1E-B895-02AA29A7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A17EA-4537-4C55-9565-0D8B62A7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3D59A-3881-4C02-8164-A2B37EDE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材料出库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B844A-BBFB-46F2-A462-E5ED24CB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生产工序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F39F5-74C3-4424-B8C5-9E310002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237AF-BE80-4E70-9E87-90D6EBF7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303C4-294E-4F64-856F-DDCB7FE7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成品检验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B648A-D245-4E5C-A8DF-C6BC8152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1CDB8-C84F-4695-BA41-2BF22AA3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成品出库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2E24B-0EE3-47C9-A67C-FBE7BAB6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90230-C221-445F-9930-1D7D947D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80185-41D8-41BC-9E0A-8BC03A73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CC8ABB-45FF-4354-A66D-DCF66575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0F604-4E7C-4A8B-8543-2B7D86C5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95875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4857A-B7D5-440B-9765-26377563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4C29BB-8856-4F0C-8F4E-CDAE94EA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CDDC9-73D0-4A34-9430-63A8D142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3692363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A02DB-448E-4A14-BEE3-FD949B28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2E78A-F561-4D44-A5C3-E20135C2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C1461-EF0F-4719-95D9-741C341D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502F1-D530-4E9D-AF7C-3E55779A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B39E9-FC43-49DE-A6F9-9FF1E4A0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库存、出入库、FIFO、派工、报工、追溯和检验入口，更多解决记录和基础管控。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E15C5-A74A-43BE-91C2-382ABE24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5CA38-AF89-48FD-AE26-E74C9D19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等方向，边界在于是否能进入过程动作并形成反馈。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D28F7-4E4D-4FD1-964F-0B8845DA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0BD4C-C624-45D9-B99E-899E42B6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8DE71-CDFD-4804-8416-AF244E73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E21D7-3F49-40A9-AA39-4A860D1F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1A0A1-01DC-4C5B-837F-61B30E5E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41D6A-B29D-49C0-A20F-E8632F42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8467749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88E89-F250-4A32-B1B3-4DA298CD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当前基础与二期边界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50EB0-8897-43D3-8174-53B2C1A7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C992E-97C2-4309-8628-831EBFE3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E87E4-1F3E-43BD-9488-1E96070E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已有基础如何现场加强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53E38-D9C2-42B7-B8C7-40CB6064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3C658-7554-4486-A8E0-BFE34A35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38220-0E0C-41E8-A9AE-2C1525C6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922C5-2E79-4928-9BF8-63EF27E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95EC7-BDC6-4BD0-92BC-E514E7C9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B89BD-CBEA-4895-9389-CF5EB4D0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77F2A-A44F-4CFD-946E-712FB02C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B6BB6-FF0C-43BB-8AAA-9B52ECC2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08822-474B-4686-82A5-05F22026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如果只做记录，很难承担过程控制。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CDA9B-5EE7-4148-B0C0-3F4E45CA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84B37-6C1E-4D52-AE55-262AD3B2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如果只采集设备状态，很难解释产出波动。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0EE0C-6F94-416C-885A-4EE8096C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93B20-71A5-42AB-8A2F-94F6FFB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二阶段系统规划能否承接 CATL强化要求（浙江海威），取决于 Planning、过程动作和数据反馈是否打通。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DBC847-FCA6-4C48-8B04-CEB3B7C9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AFC1F-40F0-4561-8841-9E5B911C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6E8CA-CE75-4343-B7B3-E6A4CF16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958233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BC8C7-4E99-42F1-B32F-D1F000FA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A692B-0514-4B52-AD1F-D4527058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4A087-13EE-4180-AE87-D3DB173C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 24H 计划基准、CT、Performance Rate 和真实执行反馈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1A80B-14F1-4E36-96C0-B55C1E89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572D4-D436-4A0E-B3DD-2078B116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88234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0B1A0-86C1-45C0-BBCB-696B4480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747C6-7D1D-45DF-97B1-F9775DAC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E97C1-49F0-4FFA-9FB2-8EACE27C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FCB20-3BA0-485B-BAAE-B01D365B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2890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76BC21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CF8EE-8561-4D85-9A3C-3D3FD826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2781300" y="1752600"/>
            <a:ext cx="231457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B01CD-6C30-4017-8925-5E2BBD46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"/>
          <p:cNvCxnSpPr>
            <a:stCxn xmlns:a="http://schemas.openxmlformats.org/drawingml/2006/main" id="4" idx="0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5524500" y="1581150"/>
            <a:ext cx="5715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A1C50-6D55-47E5-A777-E48B9F23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096125" y="1581150"/>
            <a:ext cx="476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7BA19-C873-4471-B744-8258C6C8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096125" y="1752600"/>
            <a:ext cx="252412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61D22-4CB7-4E95-877B-85BAE4F9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"/>
          <p:cNvCxnSpPr>
            <a:stCxn xmlns:a="http://schemas.openxmlformats.org/drawingml/2006/main" id="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257550" y="3048000"/>
            <a:ext cx="18383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53B2D-0F0D-41D6-855F-F7D08BE8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625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"/>
          <p:cNvCxnSpPr>
            <a:stCxn xmlns:a="http://schemas.openxmlformats.org/drawingml/2006/main" id="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019800" y="3467100"/>
            <a:ext cx="7620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F04C3-9495-4773-8CA4-2F20A6A8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96125" y="3048000"/>
            <a:ext cx="152400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8900B-75DA-44E0-8A94-F3D9A0B4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856BE-BF49-4AE9-A460-B6A858A2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41E1A8-0BF9-4C9B-B8AA-05493A18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1BB30-A1C7-4FE7-A1A9-9F7DF240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5748070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96E9A-8D36-4675-A78C-897817FF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C35BE-486D-47EA-843E-B1A63AD4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A4DD7-2BAF-439F-B063-B3511B98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1AA2C-8705-461B-AB8E-05793306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92B5E-4220-4092-9DFA-B7C09C88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96FBF-ED0F-4978-B9B2-2F9CC14A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E2B62-F19A-4BBE-AAF6-82780227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3EC88-7E4D-4231-96DF-333C72E3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147EF-BF4E-41EC-A128-ADF2880D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56BB7-1977-4166-8EF6-F58DC8CF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AB9CA-14E7-4ED7-AA07-694531BF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651F5-D021-4ADA-A0CD-0F7D48DD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CEB17-AF69-4DC2-8260-155F7EBE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5581233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F7039-1C8D-4AD4-A3F0-A01C1515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FC8C8-FC00-4D28-9DBF-C464B64A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B59EC-5D6C-4EF4-943C-221B579D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 CATL强化要求（浙江海威）对稳定性、追溯和闭环的要求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355C2-774C-48CB-8C2D-1440F2A0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C9B8B-1B97-4CAF-AF93-8C420C25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27950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2A3BC-96C5-41BA-9CBC-66FD74BC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700A1-7B81-470D-9DF5-92707904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3FC69-441A-4268-9B22-1F78CDD4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BDEEF-CF36-4FE5-8475-C1102E51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日计划（1D）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2CF30-21B9-46C2-BEE9-5339656C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小时级计划基准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D98AA-35F9-40DC-84CF-26AC54C6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3FC45-401A-4941-AEC1-B4567771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754D2-5988-404F-9CB5-CCBEE455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3A89C-E56D-4FA7-8677-B7E56B7F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80616-D294-49EA-89D2-EE2AD96C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73355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5280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97205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9130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21055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82980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A0981-D90E-466F-8408-D4A7A1AA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5750"/>
            <a:ext cx="899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没有小时级计划基准，现场数据只能说明“发生了什么”；有小时级计划基准，数据才能判断“偏离了什么”，并触发 replan。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35796-E031-4BF0-956B-9910FA7B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CA25E-EB06-44C3-88F2-AA3B3F12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9966F6-3734-44AA-846A-C4A024DB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14981902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B1137-C4CE-4BBE-801B-D5EA5BAD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不同工艺过程的拉动方式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7445E-7981-435C-9746-583F17EC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73DA1-7727-4865-BC63-B0044069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25C0E-7CB7-4156-96B7-167C0198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AC43B-330D-4B86-AE4B-B078F849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61A0A-272E-4DD7-AAD8-518CA2BD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73EDE-4BD4-41BF-847D-B64FB58A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530A9-8B43-469C-B99C-1D598DC9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B6167-3930-4B28-B86A-7A1C94E2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6990F-0507-4EEA-B3F5-143854A7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44FEC-5C65-427B-8BD5-0434B39A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CA252-5B91-47CC-A885-A5490FF5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9D0CE-2847-45A2-8254-3977DAE6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A4013-5BEF-4A20-8DB9-48C6C449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06450-CF1C-471C-A680-2B7BB7E1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4B5E0-F512-4792-B78F-30330C2A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510DB-A72D-4223-9D40-D4E51DF5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EED55-29D4-4F2C-B363-2C9BE0DD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DF889-83EB-4EBD-8D15-450A2587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9A383-5115-4F78-87EA-DF8B1A2D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5446827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F1B92-75AC-4E7D-9288-20C16F93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13E3F-72F7-4A43-BE5A-A693645D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EE204-76C9-4291-B882-53ED8A2B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4E5E6-B94E-41C8-BE78-69C80DFA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2875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2C8E6-206C-49DB-8E60-34B38D3C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2875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DA089-FBE3-4D13-A63A-3C7C1BD3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A992C-B83A-4C1A-BF36-F75DDC4A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2887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72176-FA28-4DF9-B5AB-6737EF4D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18A26-7228-4D7E-99F3-5310BBAF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2900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76BE1-A7DA-4714-A5C5-E7ACE21C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A0874-EE5E-4EF6-AEE3-286941AB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FDE3D-510D-4607-967F-1094872A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9C4F5-B750-4B89-8A88-C1E1C50A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73183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EDFB7-D4A4-4545-9FAF-241551DE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的初步落地方案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A3A26-F0A3-4B82-81F0-260F8BD4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CA3FF-C2E4-4261-BDD7-F88956EB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28CEA-84AC-4099-9FC7-26DDB7EA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3EB8D-BF4C-4C4E-80CC-473CD3B3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在状态异常和质量指标偏离时，辅助判断停线、降速、参数切换，并过滤非必要参数。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B3322-B54E-4654-A41A-7E368A4F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服务器模型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B278D-C7B8-4C89-B53C-90900797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基于小时级计划基准、跨工序状态和 WIP 水位，生成短周期 replan 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18691-ADB3-4316-A535-19920AB2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协同边界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2072B-0A58-4143-90E0-3C63F7CD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边缘模型快速处理当前覆盖范围，服务器模型处理全局计划重排和跨工序取舍。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ADA31-3BE7-4E72-9E33-00B8F88C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边缘 AI 解决现场快速响应与参数过滤；计划重排更适合由服务器侧模型结合全局约束来判断。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0FA25-039C-423C-BC09-78814E12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3D377-D6B3-44C9-ADC7-09C5EC4E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65600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5F3FF-AF8B-444B-883C-686961EA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936C0-7523-4086-9339-4296BA4E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208BC-28F0-406F-A919-9E74A809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15935-F24F-4FF9-8215-E9D94930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6DBE9-8BC3-4A64-BBF4-AC8EA093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05C5D-42BD-4E08-89F5-478DCB85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4C75D-D722-43DD-AE4A-A850556A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E328A-4607-45FB-8D7E-8AB9B92E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9B716-0F11-42D6-A870-5899FC3A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全工序数据、24H 计划、拉动物流、replan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37E97-70DB-4750-82DA-B5125105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48EFF-30A4-4B45-9BD9-72607607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0F1A6-0AB3-4AC1-846A-BE57887D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E7217-054E-4D2D-B49D-9721AB9B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93CDC-3ED6-4501-B22E-7A4BDDF0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ADA32-4030-4AB6-9A23-9EAD32D0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229832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2026-09-20T09:39:13.7950000Z</dcterms:created>
  <dcterms:modified xsi:type="dcterms:W3CDTF">2026-09-20T09:39:13.7950000Z</dcterms:modified>
</coreProperties>
</file>