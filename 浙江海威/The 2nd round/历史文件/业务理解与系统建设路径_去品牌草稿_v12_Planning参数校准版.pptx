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D74F1BE-7548-4E82-B85A-CFACD2F53EB3}"/>
              </a:ext>
            </a:extLst>
          </p:cNvPr>
          <p:cNvSpPr>
            <a:spLocks noGrp="1"/>
          </p:cNvSpPr>
          <p:nvPr/>
        </p:nvSpPr>
        <p:spPr>
          <a:xfrm>
            <a:off x="4762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E0AA1C8C-D224-4BCB-A65D-2E4C2FA61618}"/>
              </a:ext>
            </a:extLst>
          </p:cNvPr>
          <p:cNvSpPr>
            <a:spLocks noGrp="1"/>
          </p:cNvSpPr>
          <p:nvPr/>
        </p:nvSpPr>
        <p:spPr>
          <a:xfrm>
            <a:off x="14668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E016091-11AC-448E-B9EB-091813073B5E}"/>
              </a:ext>
            </a:extLst>
          </p:cNvPr>
          <p:cNvSpPr>
            <a:spLocks noGrp="1"/>
          </p:cNvSpPr>
          <p:nvPr/>
        </p:nvSpPr>
        <p:spPr>
          <a:xfrm>
            <a:off x="16002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BA594E58-A303-4AA9-A531-4CAA8E2F5DA2}"/>
              </a:ext>
            </a:extLst>
          </p:cNvPr>
          <p:cNvSpPr>
            <a:spLocks noGrp="1"/>
          </p:cNvSpPr>
          <p:nvPr/>
        </p:nvSpPr>
        <p:spPr>
          <a:xfrm>
            <a:off x="25908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A7E2971-9180-4CF3-A90A-022B39EC2675}"/>
              </a:ext>
            </a:extLst>
          </p:cNvPr>
          <p:cNvSpPr>
            <a:spLocks noGrp="1"/>
          </p:cNvSpPr>
          <p:nvPr/>
        </p:nvSpPr>
        <p:spPr>
          <a:xfrm>
            <a:off x="27241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A08F5EC3-6A4C-469D-80F7-0CA00B93FC44}"/>
              </a:ext>
            </a:extLst>
          </p:cNvPr>
          <p:cNvSpPr>
            <a:spLocks noGrp="1"/>
          </p:cNvSpPr>
          <p:nvPr/>
        </p:nvSpPr>
        <p:spPr>
          <a:xfrm>
            <a:off x="37147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7ADB5AE-424E-4CF1-B28D-811D86693DEB}"/>
              </a:ext>
            </a:extLst>
          </p:cNvPr>
          <p:cNvSpPr>
            <a:spLocks noGrp="1"/>
          </p:cNvSpPr>
          <p:nvPr/>
        </p:nvSpPr>
        <p:spPr>
          <a:xfrm>
            <a:off x="38481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EA3E1B34-A6CC-4140-A93C-0F4D69FDEEAC}"/>
              </a:ext>
            </a:extLst>
          </p:cNvPr>
          <p:cNvSpPr>
            <a:spLocks noGrp="1"/>
          </p:cNvSpPr>
          <p:nvPr/>
        </p:nvSpPr>
        <p:spPr>
          <a:xfrm>
            <a:off x="48387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6B5E37C-F7CB-4795-819C-363E1CAB4418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9EF618B-DFE4-4BA7-AC35-AB7FCDA7B882}"/>
              </a:ext>
            </a:extLst>
          </p:cNvPr>
          <p:cNvSpPr>
            <a:spLocks noGrp="1"/>
          </p:cNvSpPr>
          <p:nvPr/>
        </p:nvSpPr>
        <p:spPr>
          <a:xfrm>
            <a:off x="4762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5579CBD-8E08-4DE5-9D90-CCB99E46EC0F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76221DF1-598A-489D-A51D-6B9211F3B30B}"/>
              </a:ext>
            </a:extLst>
          </p:cNvPr>
          <p:cNvSpPr>
            <a:spLocks noGrp="1"/>
          </p:cNvSpPr>
          <p:nvPr/>
        </p:nvSpPr>
        <p:spPr>
          <a:xfrm>
            <a:off x="14668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C9DEEB1-BD6F-4A11-BC4D-05A520552557}"/>
              </a:ext>
            </a:extLst>
          </p:cNvPr>
          <p:cNvSpPr>
            <a:spLocks noGrp="1"/>
          </p:cNvSpPr>
          <p:nvPr/>
        </p:nvSpPr>
        <p:spPr>
          <a:xfrm>
            <a:off x="27241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BC19C678-6171-4E1B-9E91-8E246D26CB70}"/>
              </a:ext>
            </a:extLst>
          </p:cNvPr>
          <p:cNvSpPr>
            <a:spLocks noGrp="1"/>
          </p:cNvSpPr>
          <p:nvPr/>
        </p:nvSpPr>
        <p:spPr>
          <a:xfrm>
            <a:off x="25908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42532CC-631A-4A7F-8C09-7C2173EEFD08}"/>
              </a:ext>
            </a:extLst>
          </p:cNvPr>
          <p:cNvSpPr>
            <a:spLocks noGrp="1"/>
          </p:cNvSpPr>
          <p:nvPr/>
        </p:nvSpPr>
        <p:spPr>
          <a:xfrm>
            <a:off x="38481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15F3B6D1-4BEC-48C7-BFAC-71E985FC3C25}"/>
              </a:ext>
            </a:extLst>
          </p:cNvPr>
          <p:cNvSpPr>
            <a:spLocks noGrp="1"/>
          </p:cNvSpPr>
          <p:nvPr/>
        </p:nvSpPr>
        <p:spPr>
          <a:xfrm>
            <a:off x="37147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8D7ED94-46D4-4FE6-B88B-64E860978A95}"/>
              </a:ext>
            </a:extLst>
          </p:cNvPr>
          <p:cNvSpPr>
            <a:spLocks noGrp="1"/>
          </p:cNvSpPr>
          <p:nvPr/>
        </p:nvSpPr>
        <p:spPr>
          <a:xfrm>
            <a:off x="49720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20458349-6991-459D-8F91-58C9CF92744A}"/>
              </a:ext>
            </a:extLst>
          </p:cNvPr>
          <p:cNvSpPr>
            <a:spLocks noGrp="1"/>
          </p:cNvSpPr>
          <p:nvPr/>
        </p:nvSpPr>
        <p:spPr>
          <a:xfrm>
            <a:off x="48387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50B7BC3F-E337-47BA-A211-AD0B71AB7771}"/>
              </a:ext>
            </a:extLst>
          </p:cNvPr>
          <p:cNvSpPr>
            <a:spLocks noGrp="1"/>
          </p:cNvSpPr>
          <p:nvPr/>
        </p:nvSpPr>
        <p:spPr>
          <a:xfrm>
            <a:off x="5962650" y="2009775"/>
            <a:ext cx="0" cy="167640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），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Planning、过程动作和数据反馈是否打通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6DAC114-7138-4E07-A574-34A987A80B31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day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828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直线箭头连接符 33"/>
          <p:cNvCxnSpPr>
            <a:stCxn id="4" idx="3"/>
            <a:endCxn id="5" idx="1"/>
          </p:cNvCxnSpPr>
          <p:nvPr/>
        </p:nvCxnSpPr>
        <p:spPr>
          <a:xfrm>
            <a:off x="1524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直线箭头连接符 34"/>
          <p:cNvCxnSpPr>
            <a:stCxn id="5" idx="3"/>
            <a:endCxn id="6" idx="1"/>
          </p:cNvCxnSpPr>
          <p:nvPr/>
        </p:nvCxnSpPr>
        <p:spPr>
          <a:xfrm>
            <a:off x="2952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小时级计划基准不是把 ERP 日计划简单拆细，而是先把 CT、SA、setup、planned stop 与 R&amp;R 观察校准成 Planning 可用约束。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234176" y="2174487"/>
            <a:ext cx="4304370" cy="107051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676</Words>
  <Application>Microsoft Macintosh PowerPoint</Application>
  <DocSecurity>0</DocSecurity>
  <PresentationFormat>宽屏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5</cp:revision>
  <dcterms:created xsi:type="dcterms:W3CDTF">2026-09-21T01:42:31Z</dcterms:created>
  <dcterms:modified xsi:type="dcterms:W3CDTF">2026-09-21T02:36:27Z</dcterms:modified>
</cp:coreProperties>
</file>