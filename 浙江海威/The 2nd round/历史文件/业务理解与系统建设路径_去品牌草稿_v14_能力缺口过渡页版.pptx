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6081"/>
  </p:normalViewPr>
  <p:slideViewPr>
    <p:cSldViewPr snapToGrid="0">
      <p:cViewPr varScale="1">
        <p:scale>
          <a:sx n="120" d="100"/>
          <a:sy n="120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进入价值流后才能看清功能发生在哪、解决什么问题、输出什么证据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capa.%20calculation/%E6%8E%92%E4%BA%A7%E6%A8%A1%E5%9E%8B/formal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DEFB513-296D-4E18-9270-3CF848062694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D6A78-BE73-4C56-9049-76094B138B43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7E805-AA32-4752-90D9-86F2D8B5B3F5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01DE2678-2547-4DAB-8FE5-3ACC0B3D891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16F003-955B-40F3-AE6B-9F9552BEDD9E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1859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895884-3FB8-4F6E-8602-BBFA086BA4D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7325038-C902-4CBB-B8D0-079594590BD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BCBA13-F2CE-4162-92DD-07BB93C1BB9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34290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8F4ACCC-A5FF-4075-AE19-8210529A447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39ED1F-02F0-4D3A-86AC-C344B7D8526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32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C8EBD76-6EF9-48CF-9B6E-644910DBA9A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系统搭建与路径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ED45B83-ADF5-4A8E-A23B-E6DCD98ADA1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F9DB6A-5C3E-4A33-9983-A99C884FDA8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B914E1A-0D61-4B77-8F05-BEEB7EF3E68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674FEEC-165E-4C72-95EA-BB5C62F6ECBB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CATL要求进一步补强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C2CCBA1-061C-4A92-BE5D-E37FB10E3187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25F00C9-449E-462B-9C6C-4C679DE17E9D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0ECD985-13C9-416D-A106-CBAE40C334E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8B0BD33-9791-4CF2-B6CE-33CEF8D8AA65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9648C-069F-40C1-B248-1B3157903450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FA3A8E-9A4F-48AF-882E-A6DCABF410F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85339C-FCF4-4B7C-B665-B514380610B3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8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A91E43E-B65E-403D-9138-2BD49BE136B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原系统规划路径的重新</a:t>
            </a: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解读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A14F536-2D2A-48F4-AEBA-FAB2673282B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34EA8-8D8C-472A-B160-183E51BA6C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D8A6F7B1-076B-4366-B7DB-8DF48A329A2D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F2CFE85-4D23-4C8B-B87A-E486EDBBA579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的变化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6C189DA-D9BF-4099-92BA-586F1C2B1B15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EB332-D7B3-478F-B206-AB82A9678AF5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BCA495-EC8E-4119-AE16-B45D9F779046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39274-F6BD-42C1-B505-98EDF6D470E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E0C2FD-96D2-4FEC-84AA-D4FCB94E78AE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22DEE-47BD-4891-AF5C-77D7F2F0D764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085BFA5-460C-4030-B422-605F05FF6A0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363E5-BA2C-44B9-819D-80ED0A8D1C4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C19B5-0E93-494B-995B-ED9A9E78C57F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B027E-393A-4399-AA4C-0A98752A2ED1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C9D3852-1C8E-4790-86FA-E6EFDC32265F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7B89CF-8BF7-4031-91D9-1C47380E4C8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5A0781-A3F1-4DAD-9907-ECECA54D45C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68C0B1-A999-4F32-A0AB-C2569D70FE1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27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3ED4F02-9AB0-4F98-9D24-EDCE217E039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A1C17AF-3943-4007-B002-BDD30D43D3B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C21C7-9E5E-4936-8DEA-838C70E579F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DAD2F85-9DD7-4C59-B581-A11612669207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98DD88D-3D19-4C39-8D8C-63529A2E5D0F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75D7F8C-60CD-4421-8661-FB164FDEC2FC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E2E5ADD1-36CF-4087-B0A9-84C7A7C336E3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52C833B-A251-40F5-9949-CE0B0611F175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BCFB786-1A06-4DAC-8B57-A68B2816497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395E95C-8F69-4DBB-A30A-6BE53F178DEB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E18EB8E-8024-49A5-A262-5283D18B9EDB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A2C6D6-9D16-46A0-8F62-0DE452CC9EE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D9D522-EA7D-422A-A493-3F47994333D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3553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61ABFB8-3FD0-45DE-822C-6A689DAE7EA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38124A5-D8C0-43D7-8424-4487EF9BC78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48EF6-81BD-4EB0-A2C7-0E19E55CB2B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7911748-0B13-48A1-A13D-AF15F8E1FD8E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3301B33-F71E-44FC-9021-6974EA385593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EE948D9-F744-4917-A8C2-2AE11F080AF1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AF3093C-6506-4A29-AA1C-B9F07F0FEA86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1B090A9A-6D37-4067-85AD-1FAB4DCC3971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4A3067C-438C-4403-861C-EF8ABEE506BF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ECA811E-8621-4950-9559-F4AB95AB4C04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81A76A3B-5465-4783-B56D-842CFADA4212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A9D4755-EA8E-4F64-A8B7-FA411F5B6F18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A66D25F-31E7-4377-94B4-277E3BE1C6E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8B168371-E015-4180-9190-719538B27614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E69FFE-D843-4898-B84A-4F1E4E44442D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6D46D5D7-41E2-4FD6-A167-E2703E7A406F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66F1BB8-FEFC-4B02-9463-2463C85396BC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7C62627-ABE5-40AF-9269-11F3D56D6109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9A483BA-13AE-47FC-BACE-807A76E566DA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1597CBD-8600-4A93-ACBE-C1E68CCE8925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23490F-0CF3-4C66-9B97-0D0ED196E9F8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527BC0-B959-4573-A7C3-40750C16CCD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C1047-ECF8-4607-AB3A-F480AEFF59A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5BD5AA-ED0B-49F0-8BE9-83B3EB73DA5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578466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6CFF8D1-8076-4592-9307-E0C20301FC4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FED9D02-B5CB-4890-BD1C-BEF2C0BE008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8803F5-6552-4A26-856D-0BEA59BE0D2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5DC3A4A-AC9A-4169-AF55-852EC4E56FC8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09951A-3637-44EF-9346-B40EF99AA60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F64B5-BE86-4698-AC27-923196957E8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9E5A01-FEAD-430E-BEC5-3C13240988E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DADD280-9700-159A-6AB0-79C820669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69" b="26501"/>
          <a:stretch>
            <a:fillRect/>
          </a:stretch>
        </p:blipFill>
        <p:spPr>
          <a:xfrm>
            <a:off x="13851" y="1234781"/>
            <a:ext cx="12185001" cy="35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2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100D70E-4832-4D3B-91EE-15739A1F8C55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94C0EAE-9EA4-4A1C-8789-C5545681A63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17FA57-665B-4139-88B7-4B49201CE34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0D32831-5496-4EFD-9103-3601ED241386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769E4F1-011A-4E68-8332-8FE9B22DB4B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解决</a:t>
            </a:r>
            <a:r>
              <a:rPr lang="zh-CN" altLang="en-US" sz="140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记录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基础管控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0E9A72C-4D47-4F4D-97C2-3BD8AAAA302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AA31AB3-BA7F-49DC-8F19-8EC2759DAF7E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等方向，边界在于是否能进入过程动作并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形成反馈</a:t>
            </a:r>
            <a:r>
              <a:rPr lang="zh-CN" altLang="en-US" sz="14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FC182D7-975E-405F-8134-492AC4507816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39AC25-A89D-4E92-AA9B-41ACC0CECACD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ADB356-F043-4ADC-B1A1-66708BA6BD46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EF69D7-74CB-4F8E-90C1-6899FB29A8DF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F33ADC-19E9-4CCA-BDF3-A8AD6FCD9F2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09D3E2-4BCE-4434-B75D-26845A5B265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963468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5616328-A54A-4443-8B41-290967EE505C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一阶段基础</a:t>
            </a:r>
            <a:r>
              <a:rPr sz="20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与二期边界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F7E97C-D01A-47BE-B346-033AF3368F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4DDC9B-6433-422F-A3E1-D3C6F02085E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B5B379-268C-441B-905D-3427BFF327C5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一阶段能力的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</a:t>
            </a:r>
            <a:r>
              <a:rPr lang="zh-CN" altLang="en-US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落地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A7249D0-6023-4654-9913-97201F16C1D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7F29435-5600-4A65-A6A3-4CF59CA4191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139A81-449A-4896-8D99-3B35CF3C726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78C4498-D94A-4ED3-9039-27E817EC90B6}"/>
              </a:ext>
            </a:extLst>
          </p:cNvPr>
          <p:cNvSpPr>
            <a:spLocks noGrp="1"/>
          </p:cNvSpPr>
          <p:nvPr/>
        </p:nvSpPr>
        <p:spPr>
          <a:xfrm>
            <a:off x="1047750" y="2984808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C36900-8BB4-4A11-8E64-91FF2CC291DF}"/>
              </a:ext>
            </a:extLst>
          </p:cNvPr>
          <p:cNvSpPr>
            <a:spLocks noGrp="1"/>
          </p:cNvSpPr>
          <p:nvPr/>
        </p:nvSpPr>
        <p:spPr>
          <a:xfrm>
            <a:off x="1276350" y="2908608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035B3E-20DD-4564-9B9A-5558DF315EBD}"/>
              </a:ext>
            </a:extLst>
          </p:cNvPr>
          <p:cNvSpPr>
            <a:spLocks noGrp="1"/>
          </p:cNvSpPr>
          <p:nvPr/>
        </p:nvSpPr>
        <p:spPr>
          <a:xfrm>
            <a:off x="1047750" y="3732867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874AB9-23F5-413A-B60B-A174CF790EED}"/>
              </a:ext>
            </a:extLst>
          </p:cNvPr>
          <p:cNvSpPr>
            <a:spLocks noGrp="1"/>
          </p:cNvSpPr>
          <p:nvPr/>
        </p:nvSpPr>
        <p:spPr>
          <a:xfrm>
            <a:off x="1276350" y="3656667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7D0184F-7CC4-4F1A-9DD8-72D945C22D3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2B711C-47DB-4EB7-BDC7-F65425C7A6DA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边界：只记录质量结果，只能证明“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发生了什么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”；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能影响隔离、复检、停线、放行等过程动作，才承担“过程控制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86F29A-9D90-4811-A899-461D6F1DF196}"/>
              </a:ext>
            </a:extLst>
          </p:cNvPr>
          <p:cNvSpPr>
            <a:spLocks noGrp="1"/>
          </p:cNvSpPr>
          <p:nvPr/>
        </p:nvSpPr>
        <p:spPr>
          <a:xfrm>
            <a:off x="6877050" y="300711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BCAFD-57B6-4FB5-A484-3159FC56E4AD}"/>
              </a:ext>
            </a:extLst>
          </p:cNvPr>
          <p:cNvSpPr>
            <a:spLocks noGrp="1"/>
          </p:cNvSpPr>
          <p:nvPr/>
        </p:nvSpPr>
        <p:spPr>
          <a:xfrm>
            <a:off x="7105650" y="293091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边界：只采集设备状态，只能看到设备变化；与计划、CT、产出、质量关联后，才能解释产出和质量波动。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3D28A50-490F-4ADB-B363-5054F7CD33B5}"/>
              </a:ext>
            </a:extLst>
          </p:cNvPr>
          <p:cNvSpPr>
            <a:spLocks noGrp="1"/>
          </p:cNvSpPr>
          <p:nvPr/>
        </p:nvSpPr>
        <p:spPr>
          <a:xfrm>
            <a:off x="6877050" y="3777471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069185-2C45-418D-A9D8-AE92FA2127B4}"/>
              </a:ext>
            </a:extLst>
          </p:cNvPr>
          <p:cNvSpPr>
            <a:spLocks noGrp="1"/>
          </p:cNvSpPr>
          <p:nvPr/>
        </p:nvSpPr>
        <p:spPr>
          <a:xfrm>
            <a:off x="7105650" y="3701271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二阶段边界：能否承接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CATL要求，取决于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基准、现场动作和数据反馈是否形成闭环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0B5EC-B6A2-4532-8D31-FD40C38728B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2EEC9-686C-460E-B096-4A6ACE8B2BFA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87CDFF-715C-4F5A-844C-0E94DA5E21F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62755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227096C-5D2D-4A18-A7A0-DD3862F58F6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F8A8087-EC9F-4C7C-9B15-8D9338658C1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CE1C04-0B3D-4EFE-8AA3-59F8D7DAA8E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AF7ED85-049E-498D-B0C1-9EA789B60D6C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40631-AACC-45B6-BBDF-AEA230D3402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59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F5A99B4-F959-461B-9D89-A81F7620355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4DCF124-E02F-4936-9BB2-86B3AC85826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810AA-C6A2-4099-9182-BAC134D35E19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835E302-61C8-46E5-BDF1-51D729E36D6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932BFB0-F007-4179-BFFC-F1DA2BEA843D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FB213448-9DE1-4957-93D3-F7874597E4A4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35CDE045-4D4D-4E23-BB41-147F6669CD40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E2C477D1-25DF-45BC-AFBC-ED9F7312C769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EDF7BDE-B7DC-4F7D-BB3C-0F5DEBB9DF27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03F7F5-29E7-4921-95AD-F91BD9C46DAB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D0AAF1F2-E2E0-4BFE-BD8A-D78BC56A1089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54BFFD6-4BB2-45CD-923C-90ABDE4C943E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A37277-CAC4-41AA-B154-C0262C00129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2B9D673-68E6-4B0A-B88D-1377D557AB30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627910-EA15-4ABA-ACD9-AA726766CE64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10835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B3EB628-2C89-4F63-8701-1DE7C9D1E37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36A4F0D-FB1F-431B-8B76-8A0347B369E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5B7AC2-2130-46ED-93C9-4C475296C7D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20A652-2002-4108-BE0F-4A182CF64D7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2F66EE7-AFB9-4CF3-A33D-4A2C60746D9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EBB210-98FA-47ED-ABF8-31E33D71A998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2A67EBE-35E2-4359-911F-FD9E52F73DE9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C68DDD-7F43-46EF-A5C3-7B6AB5FD6A0D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9898455-BDC2-4197-AA3B-0A803CADFDF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F42401-5FD5-4968-A239-65CAEB6504C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4862D-6628-488D-9A4E-6B7E922D18E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EAFCB8-7101-41EC-93B3-A049AE9128B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153D3E-EFCD-4FC9-803A-1D88B512B930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1915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A658E3F-B418-4805-9756-B26D53475C5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1758A52-EF90-4E90-839C-CC8F42A7C334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D9A9BE-FDA6-4031-94F3-705CBF84270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19DED5D-2080-46C8-8670-25ECA7AFF74D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32862-773F-4C6A-94D1-C3869DDC7F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590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当前系统规划的能力缺口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计划基准缺口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日计划颗粒度偏粗，现场小时级波动缺少评价基准。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参数校准缺口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CT、SA、setup、planned stop、Performance Rate、Quality Rate 与 R&amp;R 观察尚未形成持续更新的 Planning 参数层。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过程动作缺口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若停留在记录、采集和展示，难以触发隔离、复检、停线、调参、补料和 replan。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跨工序反馈缺口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WIP、水位与后工序拉动信号不足，难以判断局部波动对后续工序和交付的影响。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能力缺口结论"/>
          <p:cNvSpPr txBox="1"/>
          <p:nvPr/>
        </p:nvSpPr>
        <p:spPr>
          <a:xfrm>
            <a:off x="1428750" y="5619750"/>
            <a:ext cx="9334500" cy="4191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 sz="140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CATL要求让问题更明确，但补强核心是海威自身的计划、过程和跨工序管理能力。</a:t>
            </a:r>
          </a:p>
        </p:txBody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40FC8D3-E4E6-43DD-A802-96E2B4417B0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0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计划校准的路径</a:t>
            </a:r>
            <a:endParaRPr sz="20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CD65B631-034B-460F-9795-56A88E3CFF3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BC7647-8327-4D3A-8DE9-54192374228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6DAC114-7138-4E07-A574-34A987A80B31}"/>
              </a:ext>
            </a:extLst>
          </p:cNvPr>
          <p:cNvSpPr>
            <a:spLocks noGrp="1"/>
          </p:cNvSpPr>
          <p:nvPr/>
        </p:nvSpPr>
        <p:spPr>
          <a:xfrm>
            <a:off x="400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</a:t>
            </a:r>
            <a:r>
              <a:rPr lang="en-US" altLang="zh-CN"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day</a:t>
            </a:r>
            <a:r>
              <a:rPr sz="1600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6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</a:t>
            </a:r>
            <a:endParaRPr sz="16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A748BEE-6746-4874-A839-B8A7F8394860}"/>
              </a:ext>
            </a:extLst>
          </p:cNvPr>
          <p:cNvSpPr>
            <a:spLocks noGrp="1"/>
          </p:cNvSpPr>
          <p:nvPr/>
        </p:nvSpPr>
        <p:spPr>
          <a:xfrm>
            <a:off x="1828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A1BB281-F791-45E9-B4F8-EC0F3D7455AA}"/>
              </a:ext>
            </a:extLst>
          </p:cNvPr>
          <p:cNvSpPr>
            <a:spLocks noGrp="1"/>
          </p:cNvSpPr>
          <p:nvPr/>
        </p:nvSpPr>
        <p:spPr>
          <a:xfrm>
            <a:off x="3257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小时级基准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FA9363D-C4E0-4CD5-B7FB-ACD029DBB935}"/>
              </a:ext>
            </a:extLst>
          </p:cNvPr>
          <p:cNvSpPr>
            <a:spLocks noGrp="1"/>
          </p:cNvSpPr>
          <p:nvPr/>
        </p:nvSpPr>
        <p:spPr>
          <a:xfrm>
            <a:off x="4686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DFDAA9D-2866-4A4D-8A7D-2861F28FB082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AB13B1-6875-4EB0-ABFC-A10EB532D3E6}"/>
              </a:ext>
            </a:extLst>
          </p:cNvPr>
          <p:cNvSpPr>
            <a:spLocks noGrp="1"/>
          </p:cNvSpPr>
          <p:nvPr/>
        </p:nvSpPr>
        <p:spPr>
          <a:xfrm>
            <a:off x="75438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B3DD3F2-49C9-4C47-A1D9-2D91BCDEB533}"/>
              </a:ext>
            </a:extLst>
          </p:cNvPr>
          <p:cNvSpPr>
            <a:spLocks noGrp="1"/>
          </p:cNvSpPr>
          <p:nvPr/>
        </p:nvSpPr>
        <p:spPr>
          <a:xfrm>
            <a:off x="897255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55AEAD7-993A-4F33-A6D7-655320CAD9BC}"/>
              </a:ext>
            </a:extLst>
          </p:cNvPr>
          <p:cNvSpPr>
            <a:spLocks noGrp="1"/>
          </p:cNvSpPr>
          <p:nvPr/>
        </p:nvSpPr>
        <p:spPr>
          <a:xfrm>
            <a:off x="10401300" y="2428875"/>
            <a:ext cx="112395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4" name="直线箭头连接符 33"/>
          <p:cNvCxnSpPr>
            <a:stCxn id="4" idx="3"/>
            <a:endCxn id="5" idx="1"/>
          </p:cNvCxnSpPr>
          <p:nvPr/>
        </p:nvCxnSpPr>
        <p:spPr>
          <a:xfrm>
            <a:off x="1524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直线箭头连接符 34"/>
          <p:cNvCxnSpPr>
            <a:stCxn id="5" idx="3"/>
            <a:endCxn id="6" idx="1"/>
          </p:cNvCxnSpPr>
          <p:nvPr/>
        </p:nvCxnSpPr>
        <p:spPr>
          <a:xfrm>
            <a:off x="2952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直线箭头连接符 35"/>
          <p:cNvCxnSpPr>
            <a:stCxn id="6" idx="3"/>
            <a:endCxn id="7" idx="1"/>
          </p:cNvCxnSpPr>
          <p:nvPr/>
        </p:nvCxnSpPr>
        <p:spPr>
          <a:xfrm>
            <a:off x="4381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7" name="直线箭头连接符 36"/>
          <p:cNvCxnSpPr>
            <a:stCxn id="7" idx="3"/>
            <a:endCxn id="8" idx="1"/>
          </p:cNvCxnSpPr>
          <p:nvPr/>
        </p:nvCxnSpPr>
        <p:spPr>
          <a:xfrm>
            <a:off x="58102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8" name="直线箭头连接符 37"/>
          <p:cNvCxnSpPr>
            <a:stCxn id="8" idx="3"/>
            <a:endCxn id="9" idx="1"/>
          </p:cNvCxnSpPr>
          <p:nvPr/>
        </p:nvCxnSpPr>
        <p:spPr>
          <a:xfrm>
            <a:off x="72390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9" name="直线箭头连接符 38"/>
          <p:cNvCxnSpPr>
            <a:stCxn id="9" idx="3"/>
            <a:endCxn id="10" idx="1"/>
          </p:cNvCxnSpPr>
          <p:nvPr/>
        </p:nvCxnSpPr>
        <p:spPr>
          <a:xfrm>
            <a:off x="866775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40" name="直线箭头连接符 39"/>
          <p:cNvCxnSpPr>
            <a:stCxn id="10" idx="3"/>
            <a:endCxn id="11" idx="1"/>
          </p:cNvCxnSpPr>
          <p:nvPr/>
        </p:nvCxnSpPr>
        <p:spPr>
          <a:xfrm>
            <a:off x="10096500" y="2705100"/>
            <a:ext cx="30480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253D002-C42E-47BB-95E9-4B12E889D6C2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小时级计划基准不是把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ERP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日计划简单拆细，而是先把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CT、SA、setup、planned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stop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与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R&amp;R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观察校准成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 Planning </a:t>
            </a:r>
            <a:r>
              <a:rPr sz="140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可用约束</a:t>
            </a:r>
            <a:r>
              <a:rPr sz="140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EF779E-A93E-46EE-AE3B-E159D88C5DA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CC1A4-7405-42CB-93F6-0986B7AAB88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466838-9A4A-419C-BE4A-55D2249BB74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现场穿插：Planning 参数校准工具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2F4F3A-5A19-D670-B478-212197F78AAE}"/>
              </a:ext>
            </a:extLst>
          </p:cNvPr>
          <p:cNvSpPr/>
          <p:nvPr/>
        </p:nvSpPr>
        <p:spPr>
          <a:xfrm>
            <a:off x="234176" y="2174487"/>
            <a:ext cx="4304370" cy="1415376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8824E91-9E29-1631-BA84-CA1FBFD55606}"/>
              </a:ext>
            </a:extLst>
          </p:cNvPr>
          <p:cNvSpPr/>
          <p:nvPr/>
        </p:nvSpPr>
        <p:spPr>
          <a:xfrm>
            <a:off x="552450" y="3144485"/>
            <a:ext cx="3552119" cy="226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44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6059D2F-983D-4DC8-9EA8-EDF86ABDD5B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103E625-612A-4980-9641-E70C6345DE0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C5295-23D3-4EB7-AD11-BAC96128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BC1688EF-6DFC-4862-949B-7702BCD2A848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E6472E5-C3AE-4C7F-9ABA-829EFA02C254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E4FCD76-44B9-4105-96DC-641F55E8A9C6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FEEDDC-FFA4-4EFA-A60F-9B11FF7A97E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86C889D-1B67-49CA-8979-6FAB668C7533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7E5FFE-D689-4E7A-9C7D-5AB53695FABF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4DB312-19FC-4E22-B099-33C9B44F7E12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6EF3E-7D75-4B71-81D4-5206219EC897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996B6A6-F5FA-4CC4-B883-07E5559F9491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100EF8-D624-423A-80A6-8B9F29387410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3F8A66-270B-4131-A1D0-980AFB3AB2A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626B47-CB00-4803-B046-22B049F88B7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B5DCB55-1255-484E-B537-EF83A2B8FAF4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24FA7-5B2C-4D40-ACD3-D8526F43A9B6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279A33-C575-4D81-A13B-5D57BB3E5F05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DE9515-452A-4646-8397-20047E4FFA0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05D7B-3B4D-473B-99C7-5F97A4E0E43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6494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CC2065-1079-4159-9830-4787DE51E237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0C7E39AE-BEB3-4C03-B76D-9030CA8260B3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1538B-EDC6-4019-B8A1-FEF1BFF4E72B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E35333E-6B0B-40C7-90CA-5BF515AE273D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48390C-A610-4F2E-B753-6DF20C0BB248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37E40B5-AC9F-4ACB-8A41-397A46796844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486CDB6-3D81-43E6-887B-B104C1900443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82836FB-F5A2-432D-89B9-12DD5260CA2C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7033FB0-0B1B-44BB-9255-F0131E9A26C9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AB4BC7-CF9F-475C-8A9A-E306B6283FF9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5BDB39D5-E532-4644-BD88-3AD20920FD6B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90331A-C479-4EB1-83C7-60CFE720CF98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35DE2-F724-419D-A620-FC162E409AC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54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EE4655E-CF1C-4F37-9A32-0456FFDA6BD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E8ECB8E-8948-42B1-8359-9027C955A50F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3D7773-8F89-4671-8B6E-FC9A47B4072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D59EC2C-13A3-4E04-B3FA-C1F6C0036A53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894CAAB-39ED-4119-AC25-B738B7B2DE2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87EE386-6A3F-4877-9F61-990DD015B3E0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A4211F4-56DF-46D9-8B2F-F4E458182244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85DBEBA-85B9-449A-BFF9-68781903AAE2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83AE8C-07D2-4C86-A341-0435751F59AE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27F0D-77B6-4C1A-BD81-1A12D1DB664B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6DEC20-F07F-4FC3-808E-3F3AE278509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D76E16-F9BF-4570-B2F1-7A714EEA767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3773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B71726F-8BE7-42A6-B79A-2163086F5C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ADF9C3B4-2ED5-44CA-95D1-4A8291DB358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B9145B-7B8D-4273-B8B5-D5EB2BE090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89CFC1D-20EB-47A3-BDF2-D2C14F740875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11C9372-2849-4FA7-B8F4-0E53AA550C10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BD26109-5AD0-48CB-BB40-33D27CCC582D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1D99D81-97ED-4B35-9A6B-2DE20259D401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B878661-2F2D-4E3E-9522-CF80DE3E8C88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860E56D-6DE9-4E3E-A01F-5DDF081AD7DF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参数校准、小时级计划基准、拉动物流、replan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C9D562C-458B-46DC-8178-A10C2697AB37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718439E-3229-4B2E-9AF3-66D0789AAD63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9D3041B-5478-4F35-8A00-2B3387AB0285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E2BA97-39B9-4959-BF6A-5F1460513952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02459-5151-4B26-9021-1AA9DEB2B8C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D67B84-0891-4A3A-9CB1-F05B40551BDA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r:id="rId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387472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769</Words>
  <Application>Microsoft Macintosh PowerPoint</Application>
  <DocSecurity>0</DocSecurity>
  <PresentationFormat>宽屏</PresentationFormat>
  <Paragraphs>193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8</cp:revision>
  <dcterms:created xsi:type="dcterms:W3CDTF">2026-09-21T01:42:31Z</dcterms:created>
  <dcterms:modified xsi:type="dcterms:W3CDTF">2026-09-23T09:02:16Z</dcterms:modified>
</cp:coreProperties>
</file>