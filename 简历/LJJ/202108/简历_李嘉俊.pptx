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</p:sldIdLst>
  <p:sldSz cx="6858000" cy="9906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78" autoAdjust="0"/>
    <p:restoredTop sz="94660"/>
  </p:normalViewPr>
  <p:slideViewPr>
    <p:cSldViewPr snapToGrid="0">
      <p:cViewPr>
        <p:scale>
          <a:sx n="50" d="100"/>
          <a:sy n="50" d="100"/>
        </p:scale>
        <p:origin x="2228" y="-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简历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1" y="0"/>
            <a:ext cx="2063749" cy="990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64344" y="221253"/>
            <a:ext cx="4483944" cy="787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6172197" y="221253"/>
            <a:ext cx="720000" cy="787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4602056" y="46871"/>
            <a:ext cx="1421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67327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项目经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64344" y="221253"/>
            <a:ext cx="4483944" cy="787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6172197" y="221253"/>
            <a:ext cx="720000" cy="787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4602056" y="46871"/>
            <a:ext cx="1421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项目经历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87131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01A2-074E-4206-B488-A455663873BA}" type="datetimeFigureOut">
              <a:rPr lang="zh-CN" altLang="en-US" smtClean="0"/>
              <a:t>2021/8/12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536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01A2-074E-4206-B488-A455663873BA}" type="datetimeFigureOut">
              <a:rPr lang="zh-CN" altLang="en-US" smtClean="0"/>
              <a:t>2021/8/12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269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01A2-074E-4206-B488-A455663873BA}" type="datetimeFigureOut">
              <a:rPr lang="zh-CN" altLang="en-US" smtClean="0"/>
              <a:t>2021/8/12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603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01A2-074E-4206-B488-A455663873BA}" type="datetimeFigureOut">
              <a:rPr lang="zh-CN" altLang="en-US" smtClean="0"/>
              <a:t>2021/8/12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664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01A2-074E-4206-B488-A455663873BA}" type="datetimeFigureOut">
              <a:rPr lang="zh-CN" altLang="en-US" smtClean="0"/>
              <a:t>2021/8/12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851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01A2-074E-4206-B488-A455663873BA}" type="datetimeFigureOut">
              <a:rPr lang="zh-CN" altLang="en-US" smtClean="0"/>
              <a:t>2021/8/12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993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01A2-074E-4206-B488-A455663873BA}" type="datetimeFigureOut">
              <a:rPr lang="zh-CN" altLang="en-US" smtClean="0"/>
              <a:t>2021/8/12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8214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01A2-074E-4206-B488-A455663873BA}" type="datetimeFigureOut">
              <a:rPr lang="zh-CN" altLang="en-US" smtClean="0"/>
              <a:t>2021/8/12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641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01A2-074E-4206-B488-A455663873BA}" type="datetimeFigureOut">
              <a:rPr lang="zh-CN" altLang="en-US" smtClean="0"/>
              <a:t>2021/8/12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678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D01A2-074E-4206-B488-A455663873BA}" type="datetimeFigureOut">
              <a:rPr lang="zh-CN" altLang="en-US" smtClean="0"/>
              <a:t>2021/8/12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166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5" t="4781" r="1835" b="9635"/>
          <a:stretch/>
        </p:blipFill>
        <p:spPr>
          <a:xfrm>
            <a:off x="442699" y="511388"/>
            <a:ext cx="1150620" cy="1534160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sp>
        <p:nvSpPr>
          <p:cNvPr id="5" name="平行四边形 4"/>
          <p:cNvSpPr/>
          <p:nvPr/>
        </p:nvSpPr>
        <p:spPr>
          <a:xfrm>
            <a:off x="2226733" y="511388"/>
            <a:ext cx="1244600" cy="220134"/>
          </a:xfrm>
          <a:prstGeom prst="parallelogram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自我评价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平行四边形 8"/>
          <p:cNvSpPr/>
          <p:nvPr/>
        </p:nvSpPr>
        <p:spPr>
          <a:xfrm>
            <a:off x="2226733" y="2282617"/>
            <a:ext cx="1244600" cy="220134"/>
          </a:xfrm>
          <a:prstGeom prst="parallelogram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工作经历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97309" y="2265682"/>
            <a:ext cx="1041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基本信息</a:t>
            </a:r>
            <a:endParaRPr lang="zh-CN" altLang="en-US" sz="1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37066" y="2700867"/>
            <a:ext cx="16933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姓名：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李嘉俊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4662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0391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</TotalTime>
  <Words>8</Words>
  <Application>Microsoft Office PowerPoint</Application>
  <PresentationFormat>A4 纸张(210x297 毫米)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等线 Light</vt:lpstr>
      <vt:lpstr>微软雅黑</vt:lpstr>
      <vt:lpstr>Arial</vt:lpstr>
      <vt:lpstr>Calibri</vt:lpstr>
      <vt:lpstr>Calibri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Li, Jiajun (VWPT)</dc:creator>
  <cp:lastModifiedBy>Li, Jiajun (VWPT)</cp:lastModifiedBy>
  <cp:revision>10</cp:revision>
  <dcterms:created xsi:type="dcterms:W3CDTF">2021-08-12T03:08:11Z</dcterms:created>
  <dcterms:modified xsi:type="dcterms:W3CDTF">2021-08-12T04:13:04Z</dcterms:modified>
</cp:coreProperties>
</file>