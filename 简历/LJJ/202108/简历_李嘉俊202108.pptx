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5" autoAdjust="0"/>
    <p:restoredTop sz="94709"/>
  </p:normalViewPr>
  <p:slideViewPr>
    <p:cSldViewPr snapToGrid="0">
      <p:cViewPr>
        <p:scale>
          <a:sx n="123" d="100"/>
          <a:sy n="123" d="100"/>
        </p:scale>
        <p:origin x="1368" y="-3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历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" y="0"/>
            <a:ext cx="2621279" cy="990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4344" y="221253"/>
            <a:ext cx="4483944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6172197" y="221253"/>
            <a:ext cx="720000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602056" y="46871"/>
            <a:ext cx="142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</a:p>
        </p:txBody>
      </p:sp>
    </p:spTree>
    <p:extLst>
      <p:ext uri="{BB962C8B-B14F-4D97-AF65-F5344CB8AC3E}">
        <p14:creationId xmlns:p14="http://schemas.microsoft.com/office/powerpoint/2010/main" val="188673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项目经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64344" y="221253"/>
            <a:ext cx="4483944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172197" y="221253"/>
            <a:ext cx="720000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4602056" y="46871"/>
            <a:ext cx="142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项目经历</a:t>
            </a:r>
          </a:p>
        </p:txBody>
      </p:sp>
    </p:spTree>
    <p:extLst>
      <p:ext uri="{BB962C8B-B14F-4D97-AF65-F5344CB8AC3E}">
        <p14:creationId xmlns:p14="http://schemas.microsoft.com/office/powerpoint/2010/main" val="423871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53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2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60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66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851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9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21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64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67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D01A2-074E-4206-B488-A455663873BA}" type="datetimeFigureOut">
              <a:rPr lang="zh-CN" altLang="en-US" smtClean="0"/>
              <a:t>2021/8/21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16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" t="4781" r="1835" b="9635"/>
          <a:stretch/>
        </p:blipFill>
        <p:spPr>
          <a:xfrm>
            <a:off x="789700" y="485630"/>
            <a:ext cx="1072932" cy="143057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5" name="平行四边形 4"/>
          <p:cNvSpPr/>
          <p:nvPr/>
        </p:nvSpPr>
        <p:spPr>
          <a:xfrm>
            <a:off x="2686869" y="511388"/>
            <a:ext cx="1244600" cy="220134"/>
          </a:xfrm>
          <a:prstGeom prst="parallelogram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自我评价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A42617C-3318-D84F-ADAB-307FEF672588}"/>
              </a:ext>
            </a:extLst>
          </p:cNvPr>
          <p:cNvGrpSpPr/>
          <p:nvPr/>
        </p:nvGrpSpPr>
        <p:grpSpPr>
          <a:xfrm>
            <a:off x="67993" y="2129125"/>
            <a:ext cx="2538737" cy="2333625"/>
            <a:chOff x="82062" y="2252413"/>
            <a:chExt cx="2464128" cy="2333625"/>
          </a:xfrm>
        </p:grpSpPr>
        <p:sp>
          <p:nvSpPr>
            <p:cNvPr id="7" name="文本框 6"/>
            <p:cNvSpPr txBox="1"/>
            <p:nvPr/>
          </p:nvSpPr>
          <p:spPr>
            <a:xfrm>
              <a:off x="789700" y="2252413"/>
              <a:ext cx="1041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基本信息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2062" y="2587349"/>
              <a:ext cx="2464128" cy="1998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姓名：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李嘉俊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性别：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男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出生年月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   1983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户籍：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婚姻状况：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已婚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联系电话：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13761058893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邮箱：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lijiajun_vwpt@163.com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4B146D0-5DFD-5D41-89AE-37B0ABE4A595}"/>
              </a:ext>
            </a:extLst>
          </p:cNvPr>
          <p:cNvGrpSpPr/>
          <p:nvPr/>
        </p:nvGrpSpPr>
        <p:grpSpPr>
          <a:xfrm>
            <a:off x="67994" y="4561872"/>
            <a:ext cx="2538738" cy="3665391"/>
            <a:chOff x="67994" y="4709789"/>
            <a:chExt cx="2538738" cy="366539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758DFB5-5F3D-9D48-8569-03E4709B2F74}"/>
                </a:ext>
              </a:extLst>
            </p:cNvPr>
            <p:cNvSpPr txBox="1"/>
            <p:nvPr/>
          </p:nvSpPr>
          <p:spPr>
            <a:xfrm>
              <a:off x="797058" y="4709789"/>
              <a:ext cx="1072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技能特长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328BBE5-BD67-4242-90DC-5145D59E3704}"/>
                </a:ext>
              </a:extLst>
            </p:cNvPr>
            <p:cNvSpPr txBox="1"/>
            <p:nvPr/>
          </p:nvSpPr>
          <p:spPr>
            <a:xfrm>
              <a:off x="67994" y="5033688"/>
              <a:ext cx="2538738" cy="3341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供应链架构与风险管控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供应链管理体系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搭建、供应链风险预判与处理、供应链保障策略制定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供应商管理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供应商产能及交付能力提升、供应商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KPI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考核及优化、供应商起步支持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讲师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知识整理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擅长将工作重点转化成课题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课件，并进行有效传授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Excel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与产能管理实战结合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产能管理的核心是信息与数据转化能力，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Excel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是最基本的工具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3B972F6-0FC7-DC44-BD17-3153F90DA886}"/>
              </a:ext>
            </a:extLst>
          </p:cNvPr>
          <p:cNvGrpSpPr/>
          <p:nvPr/>
        </p:nvGrpSpPr>
        <p:grpSpPr>
          <a:xfrm>
            <a:off x="3434576" y="-5968359"/>
            <a:ext cx="3171097" cy="5659051"/>
            <a:chOff x="-3504091" y="-34810"/>
            <a:chExt cx="3171097" cy="565905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61D3A77-F33B-2649-BE1F-C33AE8AA10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35" b="24874"/>
            <a:stretch/>
          </p:blipFill>
          <p:spPr>
            <a:xfrm>
              <a:off x="-3504091" y="-34810"/>
              <a:ext cx="3171097" cy="2265751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7B5D9AC3-4010-FC4D-A42E-9668D8FCB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504091" y="2230941"/>
              <a:ext cx="2282765" cy="3393300"/>
            </a:xfrm>
            <a:prstGeom prst="rect">
              <a:avLst/>
            </a:prstGeom>
          </p:spPr>
        </p:pic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FA47A53D-943A-484C-8168-940DA4F06A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93" b="24875"/>
          <a:stretch/>
        </p:blipFill>
        <p:spPr>
          <a:xfrm>
            <a:off x="0" y="-5972363"/>
            <a:ext cx="3171097" cy="2273757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DB46994E-A9BF-CE41-9B93-C7450ED7A724}"/>
              </a:ext>
            </a:extLst>
          </p:cNvPr>
          <p:cNvGrpSpPr/>
          <p:nvPr/>
        </p:nvGrpSpPr>
        <p:grpSpPr>
          <a:xfrm>
            <a:off x="2645366" y="1862313"/>
            <a:ext cx="4144639" cy="5292138"/>
            <a:chOff x="2645366" y="2083993"/>
            <a:chExt cx="4144639" cy="5292138"/>
          </a:xfrm>
        </p:grpSpPr>
        <p:sp>
          <p:nvSpPr>
            <p:cNvPr id="9" name="平行四边形 8"/>
            <p:cNvSpPr/>
            <p:nvPr/>
          </p:nvSpPr>
          <p:spPr>
            <a:xfrm>
              <a:off x="2686869" y="2083993"/>
              <a:ext cx="1244600" cy="220134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工作经验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C1EBB91-CDFE-B640-B2D6-B8BB71CC595B}"/>
                </a:ext>
              </a:extLst>
            </p:cNvPr>
            <p:cNvSpPr txBox="1"/>
            <p:nvPr/>
          </p:nvSpPr>
          <p:spPr>
            <a:xfrm>
              <a:off x="2645366" y="2287494"/>
              <a:ext cx="4144639" cy="5088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2006.02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上海大众动力总成有限公司</a:t>
              </a:r>
            </a:p>
            <a:p>
              <a:pPr>
                <a:lnSpc>
                  <a:spcPts val="1740"/>
                </a:lnSpc>
              </a:pP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2016/Feb.~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供应链能力管理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(BKM)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专家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带领并管理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BKM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团队</a:t>
              </a:r>
              <a:r>
                <a:rPr lang="zh-CN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完成年度目标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根据大众集团与公司战略预测，规划供应商生产能力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代表公司参与大众中国区资源及产能分配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管理供应商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KPI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（涵盖供应商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130+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家，零件总量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500+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个），并协调优化方案。考核内容涵盖：产能状况、交付准确率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&amp;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及时率、包装状况，等。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对批量供应商进行物流评审，决定其新项目定点资格。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预判、分析并汇总零部件供应风险，并制定解决措施，保障批量生产。已连续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5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年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+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确保无供应链问题影响公司生产运营。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给予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S&amp;OP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提供供应端相关意见，决定未来月度排产。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协助供应商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Launch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阶段的产能起步。曾支持“上海皮尔博格有色铸造”；“江苏宏马”等全国排名前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10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的铸造企业建厂及产能起步。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与大众中国、一汽大众、上汽大众等（集团层面）跨部门合作，以及与采购、物流筹措、工程、质量等部门（公司层面）跨部门合作，共同解决供应链风险。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对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BKM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团队员工带教与内训。本人为上汽集团培训中心外聘讲师。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ts val="1740"/>
                </a:lnSpc>
              </a:pP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2006/Jul.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2016/Jan	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零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件筹措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物料计划 专员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-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 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115540E6-B5E8-934E-8A4C-D10A093404D4}"/>
              </a:ext>
            </a:extLst>
          </p:cNvPr>
          <p:cNvSpPr/>
          <p:nvPr/>
        </p:nvSpPr>
        <p:spPr>
          <a:xfrm>
            <a:off x="7117330" y="96121"/>
            <a:ext cx="3429000" cy="39907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760"/>
              </a:lnSpc>
            </a:pP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集度汽车  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供应商产能管理主管</a:t>
            </a:r>
            <a:r>
              <a:rPr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经理 </a:t>
            </a:r>
            <a:endParaRPr lang="en-US" altLang="zh-CN" sz="105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760"/>
              </a:lnSpc>
            </a:pP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根据产销规划、生产计划、供应商产能规划，进行零部件产能风险分析，判断供应商产能风险，不断优化风险预警措施，加强预警能力。 </a:t>
            </a:r>
            <a:b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2. 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针对需求上涨超出供应商产能、突发供应危机、原材料短缺等原因造成的零部件供应风险情况，协调采购、制造等，拉动资源寻求解决方案，推动措施落地，保障生产供应。 </a:t>
            </a:r>
            <a:b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协调国产及进口供应商，处理各类供应链问题，改善供货表现，向公司及部门管理层进行汇报，具备较强的沟通能力、抗压能力和汇报能力。 </a:t>
            </a:r>
            <a:b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对和</a:t>
            </a:r>
            <a:r>
              <a:rPr lang="en-US" altLang="zh-CN" sz="105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zeeker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共享产能的零件，与</a:t>
            </a:r>
            <a:r>
              <a:rPr lang="en-US" altLang="zh-CN" sz="105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zeeker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共同研究短期产能问题的解决方案，</a:t>
            </a:r>
            <a:r>
              <a:rPr lang="zh-CN" altLang="en-US" sz="1050" dirty="0">
                <a:solidFill>
                  <a:srgbClr val="333333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代表</a:t>
            </a:r>
            <a:r>
              <a:rPr lang="en-US" altLang="zh-CN" sz="1050" dirty="0" err="1">
                <a:solidFill>
                  <a:srgbClr val="333333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Jidu</a:t>
            </a:r>
            <a:r>
              <a:rPr lang="zh-CN" altLang="en-US" sz="1050" dirty="0">
                <a:solidFill>
                  <a:srgbClr val="333333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参与全球产能分配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 </a:t>
            </a:r>
            <a:b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牵头附件加装供应商管理，参与各类加装项目规划及执行。对接附件供应商，处理相关供应问题，满足需求。同时，通过不断优化改进，加强附件供应商整体管理水平。</a:t>
            </a:r>
            <a:endParaRPr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EE8FC4-BC1F-7546-997D-B98750927AA0}"/>
              </a:ext>
            </a:extLst>
          </p:cNvPr>
          <p:cNvSpPr/>
          <p:nvPr/>
        </p:nvSpPr>
        <p:spPr>
          <a:xfrm>
            <a:off x="7117330" y="4558871"/>
            <a:ext cx="3429000" cy="61605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智己汽车  供应商交付管理工程师</a:t>
            </a:r>
            <a:b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en-US" altLang="zh-CN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760"/>
              </a:lnSpc>
            </a:pPr>
            <a:r>
              <a:rPr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职位描述：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工作职责</a:t>
            </a: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新产品</a:t>
            </a:r>
            <a:r>
              <a:rPr lang="zh-CN" altLang="en-US" sz="1050" dirty="0">
                <a:solidFill>
                  <a:srgbClr val="333333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定点阶段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，参与</a:t>
            </a:r>
            <a:r>
              <a:rPr lang="zh-CN" altLang="en-US" sz="1050" dirty="0">
                <a:solidFill>
                  <a:srgbClr val="333333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供货方案制定与评审</a:t>
            </a:r>
            <a:b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参与产品</a:t>
            </a: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Launch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及</a:t>
            </a:r>
            <a:r>
              <a:rPr lang="en-US" altLang="zh-CN" sz="1050" dirty="0">
                <a:solidFill>
                  <a:srgbClr val="333333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S&amp;OP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050" dirty="0">
                <a:solidFill>
                  <a:srgbClr val="333333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评估及解决零部件资源问题</a:t>
            </a:r>
            <a:br>
              <a:rPr lang="zh-CN" altLang="en-US" sz="1050" dirty="0">
                <a:solidFill>
                  <a:srgbClr val="333333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有效催货，拉动资源解决供货风险，提升物流运作质量</a:t>
            </a:r>
            <a:b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消除影响供货的因素，提升交付及时率；辅导供应商，提升交付弹性</a:t>
            </a:r>
            <a:b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b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任职资格</a:t>
            </a: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统招本科学历及以上，供应链、采购等相关专业优先</a:t>
            </a:r>
            <a:b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了解制造企业生产、供应链、物流运作规则，包括不限于需求计划、物料计划、更改管理、运输、包装、存储管理、内物流运作</a:t>
            </a:r>
            <a:b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熟悉零部件供应商交付过程管理，包括不限于订单接收、能力评估、生产计划与执行、物料计划、供应商交付管理、包装、发运、运输管理、存储管理、内物流运作</a:t>
            </a:r>
            <a:b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050" dirty="0">
                <a:solidFill>
                  <a:srgbClr val="333333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熟悉零部件制造过程和管理方法，包括不限于设备、工艺、人员管理、质量管理</a:t>
            </a:r>
            <a:b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熟悉并熟练使用</a:t>
            </a: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SAP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）、</a:t>
            </a: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EDI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、库存管理系统</a:t>
            </a:r>
            <a:b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05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具备生产制造（工艺、设备）、生产管理、或</a:t>
            </a:r>
            <a:r>
              <a:rPr lang="zh-CN" altLang="en-US" sz="1050" dirty="0">
                <a:solidFill>
                  <a:srgbClr val="333333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质量管理经验</a:t>
            </a:r>
            <a:endParaRPr lang="zh-CN" altLang="en-US" sz="1050" dirty="0">
              <a:solidFill>
                <a:srgbClr val="333333"/>
              </a:solidFill>
              <a:effectLst/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8D2958-5E60-DF4D-92E9-ACCF5A6CF85F}"/>
              </a:ext>
            </a:extLst>
          </p:cNvPr>
          <p:cNvSpPr/>
          <p:nvPr/>
        </p:nvSpPr>
        <p:spPr>
          <a:xfrm>
            <a:off x="10809812" y="111319"/>
            <a:ext cx="3429000" cy="67607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特斯拉 物料计划经理</a:t>
            </a:r>
            <a:endParaRPr lang="en-US" altLang="zh-CN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·监督关键时间材料的计划和订购，以支持特斯拉的制造和服务机构，同时最大限度地降低货运成本，保持最佳库存水平(避免缺货和超量)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·作为材料问题的升级点，领导每天的短缺会议，以确保供应的连续性，报告kpi(库存天数，生产线中断，加速成本等)，并执行最佳实践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·通过选择性的招聘、培训和辅导，培养和发展一个强大的物料计划人员和潜在经理团队。任务包括主动规划资源，沟通工作期望，提供绩效反馈，并按照特斯拉的政策管理团队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105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与其他部门合作，包括物流、采购、工程、制造、服务和需求计划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，以支持季度运营和长期规模目标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105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识别并沟通潜在的供应风险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05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与采购和供应商产业化团队合作解决结构和商业问题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·识别并领导与执行和计划增长相关的流程改进措施，包括但不限于:程序更新和沟通途径，改善从采购到物料计划和从物料计划到内部客户的交接，库存优化方案，</a:t>
            </a:r>
            <a:r>
              <a:rPr lang="zh-CN" altLang="en-US" sz="105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分析和KPI构建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，以及员工培训计划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·与供应商、采购和物流部门合作，</a:t>
            </a:r>
            <a:r>
              <a:rPr lang="zh-CN" altLang="en-US" sz="105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确定准时制交货和线侧看板的交货数量和频率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·与采购、工程、生产和新产品导入部门合作，协调工程变更订单的时间安排，以完成零件修改和新产品的推出，目标是最小化报废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·加强</a:t>
            </a:r>
            <a:r>
              <a:rPr lang="zh-CN" altLang="en-US" sz="105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MRP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主数据参数的维护，以确保准确的需求信号(即</a:t>
            </a:r>
            <a:r>
              <a:rPr lang="zh-CN" altLang="en-US" sz="105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交货期，最小起订量，批量，安全库存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);识别和解决系统和/或BOM的不准确，以保持数据的完整性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·参与并</a:t>
            </a:r>
            <a:r>
              <a:rPr lang="zh-CN" altLang="en-US" sz="105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支持MRP系统开发活动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，包括规范编写、开发、测试和培训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C51880-4C03-3640-A8F0-E0CDD5E2B703}"/>
              </a:ext>
            </a:extLst>
          </p:cNvPr>
          <p:cNvSpPr/>
          <p:nvPr/>
        </p:nvSpPr>
        <p:spPr>
          <a:xfrm>
            <a:off x="-3585570" y="37500"/>
            <a:ext cx="3429000" cy="109157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760"/>
              </a:lnSpc>
            </a:pP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2016.02~  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供应链管理与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BKM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专家</a:t>
            </a:r>
          </a:p>
          <a:p>
            <a:pPr marL="342900" lvl="0" indent="-342900">
              <a:lnSpc>
                <a:spcPts val="1760"/>
              </a:lnSpc>
              <a:buFont typeface="Wingdings" pitchFamily="2" charset="2"/>
              <a:buChar char="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带领并管理资源管理组组员完成年度目标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基于实际情况对团队成员的工作进行分配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设定供应链管理团队的工作目标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培训团队成员</a:t>
            </a:r>
          </a:p>
          <a:p>
            <a:pPr marL="342900" lvl="0" indent="-342900">
              <a:lnSpc>
                <a:spcPts val="1760"/>
              </a:lnSpc>
              <a:buFont typeface="Wingdings" pitchFamily="2" charset="2"/>
              <a:buChar char="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需求与计划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定期进行客户预测分析，并将需求分级，识别需求风险与机会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控制核心零件库存以平衡生产需求与库存周转率需要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基于资源状况与计划团队共同设定生产计划与预测</a:t>
            </a:r>
          </a:p>
          <a:p>
            <a:pPr marL="342900" lvl="0" indent="-342900">
              <a:lnSpc>
                <a:spcPts val="1760"/>
              </a:lnSpc>
              <a:buFont typeface="Wingdings" pitchFamily="2" charset="2"/>
              <a:buChar char="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供应链管理</a:t>
            </a:r>
          </a:p>
          <a:p>
            <a:pPr marL="742950" lvl="1" indent="-285750">
              <a:lnSpc>
                <a:spcPts val="1760"/>
              </a:lnSpc>
              <a:buFont typeface="Wingdings" pitchFamily="2" charset="2"/>
              <a:buChar char="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产能管理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确保供应链交付的按时按量，以满足生产需求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对供应链的产能进行征询，检查汇总报告并制定预方案。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参加中国区资源管理会议，与大众中国、一汽大众、上汽大众的物流与采购共同讨论零件供应问题与解决方案。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掌控客户需求、生产计划与零部件资源的供应能力间的平衡</a:t>
            </a:r>
          </a:p>
          <a:p>
            <a:pPr marL="742950" lvl="1" indent="-285750">
              <a:lnSpc>
                <a:spcPts val="1760"/>
              </a:lnSpc>
              <a:buFont typeface="Wingdings" pitchFamily="2" charset="2"/>
              <a:buChar char="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供应链风险管理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跟踪与监视供应链风险，定期更新“风险零件报告”，并向公司管理层汇报</a:t>
            </a:r>
          </a:p>
          <a:p>
            <a:pPr marL="342900" lvl="0" indent="-342900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组织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SVT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团队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物流、采购、质保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，对风险供应商进行访厂，在现场解决供应问题</a:t>
            </a:r>
          </a:p>
          <a:p>
            <a:pPr marL="342900" lvl="0" indent="-342900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支持新项目与新供应商的起步于爬坡，现场指导供应链运作体系的建立</a:t>
            </a:r>
          </a:p>
          <a:p>
            <a:pPr marL="342900" lvl="0" indent="-342900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基于需求波动与成本效率，核查并制定零件备库计划</a:t>
            </a:r>
          </a:p>
          <a:p>
            <a:pPr marL="342900" lvl="0" indent="-342900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监控供应链环保状况，并不定期访厂进行环保状态核查</a:t>
            </a:r>
          </a:p>
          <a:p>
            <a:pPr marL="342900" lvl="0" indent="-342900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制定突发事件征询计划，并汇总报告</a:t>
            </a:r>
          </a:p>
          <a:p>
            <a:pPr marL="742950" lvl="1" indent="-285750">
              <a:lnSpc>
                <a:spcPts val="1760"/>
              </a:lnSpc>
              <a:buFont typeface="Wingdings" pitchFamily="2" charset="2"/>
              <a:buChar char="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运作管理</a:t>
            </a:r>
          </a:p>
          <a:p>
            <a:pPr marL="342900" lvl="0" indent="-342900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考评供应商运作绩效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KPI(VW-SRS)</a:t>
            </a:r>
            <a:endParaRPr lang="zh-CN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42900" lvl="0" indent="-342900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进行供应评级流程并定义评估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KPI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范围</a:t>
            </a:r>
          </a:p>
          <a:p>
            <a:pPr marL="342900" lvl="0" indent="-342900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与采购部门建立有效的沟通，共同实现供应战略</a:t>
            </a:r>
          </a:p>
          <a:p>
            <a:pPr marL="342900" lvl="0" indent="-342900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跟踪供应商运作问题点，并督促改进以提升绩效</a:t>
            </a:r>
          </a:p>
          <a:p>
            <a:pPr marL="342900" lvl="0" indent="-342900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定期参与项目信息沟通会，与产品，采购，质量共同制定零件生产准备战略与国产化战略</a:t>
            </a:r>
          </a:p>
          <a:p>
            <a:pPr marL="342900" lvl="0" indent="-342900">
              <a:lnSpc>
                <a:spcPts val="1760"/>
              </a:lnSpc>
              <a:buFont typeface="Wingdings" pitchFamily="2" charset="2"/>
              <a:buChar char="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模具管理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基于预测战略制定模具预算</a:t>
            </a:r>
          </a:p>
          <a:p>
            <a:pPr marL="342900" lvl="0" indent="-342900">
              <a:lnSpc>
                <a:spcPts val="1760"/>
              </a:lnSpc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与采购共同控制模具预算，并定期对模具状况进行更新</a:t>
            </a:r>
          </a:p>
          <a:p>
            <a:pPr marL="342900" lvl="0" indent="-342900" algn="just">
              <a:lnSpc>
                <a:spcPts val="176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将所有模具作为固定资产进行管理，并检查团队成员的检查报告</a:t>
            </a:r>
            <a:endParaRPr lang="zh-CN" altLang="zh-CN" sz="105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3A13B67-3BA1-E34D-9F2D-EF7B8086C05D}"/>
              </a:ext>
            </a:extLst>
          </p:cNvPr>
          <p:cNvGrpSpPr/>
          <p:nvPr/>
        </p:nvGrpSpPr>
        <p:grpSpPr>
          <a:xfrm>
            <a:off x="2645365" y="1300179"/>
            <a:ext cx="4208483" cy="503220"/>
            <a:chOff x="2645365" y="1300179"/>
            <a:chExt cx="4208483" cy="503220"/>
          </a:xfrm>
        </p:grpSpPr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B69D46CF-96A9-8240-9F33-59697F6991D1}"/>
                </a:ext>
              </a:extLst>
            </p:cNvPr>
            <p:cNvSpPr/>
            <p:nvPr/>
          </p:nvSpPr>
          <p:spPr>
            <a:xfrm>
              <a:off x="2686869" y="1300179"/>
              <a:ext cx="1244600" cy="220134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教育背景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4B4FE99-F560-2646-87D4-C46458AD6C7B}"/>
                </a:ext>
              </a:extLst>
            </p:cNvPr>
            <p:cNvSpPr/>
            <p:nvPr/>
          </p:nvSpPr>
          <p:spPr>
            <a:xfrm>
              <a:off x="2645365" y="1510947"/>
              <a:ext cx="4208483" cy="292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2002/Sep.</a:t>
              </a:r>
              <a:r>
                <a:rPr lang="zh-CN" altLang="en-US" sz="12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～</a:t>
              </a:r>
              <a:r>
                <a:rPr lang="en-US" altLang="zh-CN" sz="12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2006/Jul</a:t>
              </a:r>
              <a:r>
                <a:rPr lang="zh-CN" altLang="en-US" sz="1200" kern="1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   </a:t>
              </a:r>
              <a:r>
                <a:rPr lang="zh-CN" altLang="zh-CN" sz="12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上海海事大学</a:t>
              </a:r>
              <a:r>
                <a:rPr lang="zh-CN" altLang="en-US" sz="12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</a:t>
              </a:r>
              <a:r>
                <a:rPr lang="zh-CN" altLang="en-US" sz="1200" kern="1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轮机工程（本科）</a:t>
              </a:r>
              <a:endParaRPr lang="en-US" altLang="zh-CN" sz="1200" kern="1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F526A8DD-8EEC-BC41-8E65-913CD62CA877}"/>
              </a:ext>
            </a:extLst>
          </p:cNvPr>
          <p:cNvSpPr/>
          <p:nvPr/>
        </p:nvSpPr>
        <p:spPr>
          <a:xfrm>
            <a:off x="10809812" y="6992838"/>
            <a:ext cx="3429000" cy="2374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小米 智能制造</a:t>
            </a:r>
            <a:r>
              <a:rPr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供应链规划资深工程师</a:t>
            </a:r>
            <a:endParaRPr lang="en-US" altLang="zh-CN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职位描述：</a:t>
            </a:r>
          </a:p>
          <a:p>
            <a:pPr>
              <a:lnSpc>
                <a:spcPts val="1760"/>
              </a:lnSpc>
            </a:pP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岗位职责：</a:t>
            </a:r>
            <a:b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、参与新零件定点过程，对供应商提出物流供货要求并对</a:t>
            </a:r>
            <a:r>
              <a:rPr lang="zh-CN" altLang="en-US" sz="105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物流要求进行审核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b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、测算新零件定点的物流价格，包含运输、包装、第三方仓库等费用；</a:t>
            </a:r>
            <a:b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、对供应商的供货资质及能力进行准入评审，包括硬件、软件、体系；</a:t>
            </a:r>
            <a:b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、对供应商物流费用进行日常优化，降低采购成本。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76B6D04-A3FC-7541-9EC8-17C94CB0490C}"/>
              </a:ext>
            </a:extLst>
          </p:cNvPr>
          <p:cNvGrpSpPr/>
          <p:nvPr/>
        </p:nvGrpSpPr>
        <p:grpSpPr>
          <a:xfrm>
            <a:off x="2645366" y="7454308"/>
            <a:ext cx="4144639" cy="1373712"/>
            <a:chOff x="2645366" y="7454308"/>
            <a:chExt cx="4144639" cy="1373712"/>
          </a:xfrm>
        </p:grpSpPr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B17F86C6-41D4-B04B-9CF9-A8585840A550}"/>
                </a:ext>
              </a:extLst>
            </p:cNvPr>
            <p:cNvSpPr/>
            <p:nvPr/>
          </p:nvSpPr>
          <p:spPr>
            <a:xfrm>
              <a:off x="2686869" y="7454308"/>
              <a:ext cx="1244600" cy="220134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所获证书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E18C167-A2AE-E64E-B47B-95D8178576B4}"/>
                </a:ext>
              </a:extLst>
            </p:cNvPr>
            <p:cNvSpPr txBox="1"/>
            <p:nvPr/>
          </p:nvSpPr>
          <p:spPr>
            <a:xfrm>
              <a:off x="2645366" y="7668151"/>
              <a:ext cx="4144639" cy="11598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2006.02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上海大众动力总成有限公司</a:t>
              </a:r>
            </a:p>
            <a:p>
              <a:pPr>
                <a:lnSpc>
                  <a:spcPts val="1740"/>
                </a:lnSpc>
              </a:pP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2016/Feb.~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供应链能力管理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(BKM)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专家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带领并管理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BKM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团队</a:t>
              </a:r>
              <a:r>
                <a:rPr lang="zh-CN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完成年度目标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根据大众集团与公司战略预测，规划供应商生产与交付能力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56DACA8-60D1-8A44-BF3F-CDC64E553C50}"/>
              </a:ext>
            </a:extLst>
          </p:cNvPr>
          <p:cNvGrpSpPr/>
          <p:nvPr/>
        </p:nvGrpSpPr>
        <p:grpSpPr>
          <a:xfrm>
            <a:off x="72477" y="8344976"/>
            <a:ext cx="2538738" cy="1897508"/>
            <a:chOff x="67994" y="4736683"/>
            <a:chExt cx="2538738" cy="1897508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74E4F0B-CC67-FA4B-8F74-AA06BB21F82C}"/>
                </a:ext>
              </a:extLst>
            </p:cNvPr>
            <p:cNvSpPr txBox="1"/>
            <p:nvPr/>
          </p:nvSpPr>
          <p:spPr>
            <a:xfrm>
              <a:off x="797058" y="4736683"/>
              <a:ext cx="1072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所获证书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425A402-A123-ED43-8AD0-CE8C21955BB8}"/>
                </a:ext>
              </a:extLst>
            </p:cNvPr>
            <p:cNvSpPr txBox="1"/>
            <p:nvPr/>
          </p:nvSpPr>
          <p:spPr>
            <a:xfrm>
              <a:off x="67994" y="5033688"/>
              <a:ext cx="2538738" cy="16005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740"/>
                </a:lnSpc>
              </a:pP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大学英语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CET4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</a:t>
              </a:r>
              <a:endParaRPr lang="en-US" altLang="zh-CN" sz="1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获证时间：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2004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VDA6.3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审核员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获证时间：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2011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4662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3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545</TotalTime>
  <Words>1719</Words>
  <Application>Microsoft Macintosh PowerPoint</Application>
  <PresentationFormat>A4 纸张(210x297 毫米)</PresentationFormat>
  <Paragraphs>103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微软雅黑</vt:lpstr>
      <vt:lpstr>微软雅黑</vt:lpstr>
      <vt:lpstr>Arial</vt:lpstr>
      <vt:lpstr>Calibri</vt:lpstr>
      <vt:lpstr>Calibri Light</vt:lpstr>
      <vt:lpstr>Wingdings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Li, Jiajun (VWPT)</dc:creator>
  <cp:lastModifiedBy>Microsoft Office User</cp:lastModifiedBy>
  <cp:revision>74</cp:revision>
  <dcterms:created xsi:type="dcterms:W3CDTF">2021-08-12T03:08:11Z</dcterms:created>
  <dcterms:modified xsi:type="dcterms:W3CDTF">2021-08-21T03:00:38Z</dcterms:modified>
</cp:coreProperties>
</file>